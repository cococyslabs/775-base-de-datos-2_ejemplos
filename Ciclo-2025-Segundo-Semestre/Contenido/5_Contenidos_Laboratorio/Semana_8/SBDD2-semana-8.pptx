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8229600" cx="14630400"/>
  <p:notesSz cx="8229600" cy="14630400"/>
  <p:embeddedFontLst>
    <p:embeddedFont>
      <p:font typeface="Fira Mono Medium"/>
      <p:regular r:id="rId25"/>
      <p:bold r:id="rId26"/>
    </p:embeddedFont>
    <p:embeddedFont>
      <p:font typeface="Lobster"/>
      <p:regular r:id="rId27"/>
    </p:embeddedFont>
    <p:embeddedFont>
      <p:font typeface="Pacifico"/>
      <p:regular r:id="rId28"/>
    </p:embeddedFont>
    <p:embeddedFont>
      <p:font typeface="Fira Sans"/>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iQVlw4AV80zp2Tq9CN5hceARL7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A379ED-E46A-46C5-8FC5-D68A69D4927A}">
  <a:tblStyle styleId="{71A379ED-E46A-46C5-8FC5-D68A69D4927A}"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iraMonoMedium-bold.fntdata"/><Relationship Id="rId25" Type="http://schemas.openxmlformats.org/officeDocument/2006/relationships/font" Target="fonts/FiraMonoMedium-regular.fntdata"/><Relationship Id="rId28" Type="http://schemas.openxmlformats.org/officeDocument/2006/relationships/font" Target="fonts/Pacifico-regular.fntdata"/><Relationship Id="rId27" Type="http://schemas.openxmlformats.org/officeDocument/2006/relationships/font" Target="fonts/Lobster-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ra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raSans-italic.fntdata"/><Relationship Id="rId30" Type="http://schemas.openxmlformats.org/officeDocument/2006/relationships/font" Target="fonts/FiraSans-bold.fntdata"/><Relationship Id="rId11" Type="http://schemas.openxmlformats.org/officeDocument/2006/relationships/slide" Target="slides/slide5.xml"/><Relationship Id="rId33" Type="http://schemas.openxmlformats.org/officeDocument/2006/relationships/font" Target="fonts/OpenSans-regular.fntdata"/><Relationship Id="rId10" Type="http://schemas.openxmlformats.org/officeDocument/2006/relationships/slide" Target="slides/slide4.xml"/><Relationship Id="rId32" Type="http://schemas.openxmlformats.org/officeDocument/2006/relationships/font" Target="fonts/FiraSans-boldItalic.fntdata"/><Relationship Id="rId13" Type="http://schemas.openxmlformats.org/officeDocument/2006/relationships/slide" Target="slides/slide7.xml"/><Relationship Id="rId35" Type="http://schemas.openxmlformats.org/officeDocument/2006/relationships/font" Target="fonts/OpenSans-italic.fntdata"/><Relationship Id="rId12" Type="http://schemas.openxmlformats.org/officeDocument/2006/relationships/slide" Target="slides/slide6.xml"/><Relationship Id="rId34" Type="http://schemas.openxmlformats.org/officeDocument/2006/relationships/font" Target="fonts/OpenSans-bold.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Open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 name="Google Shape;37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7"/>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7"/>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7"/>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8"/>
          <p:cNvSpPr txBox="1"/>
          <p:nvPr>
            <p:ph type="ctrTitle"/>
          </p:nvPr>
        </p:nvSpPr>
        <p:spPr>
          <a:xfrm>
            <a:off x="548640" y="1704340"/>
            <a:ext cx="6217920" cy="117602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8"/>
          <p:cNvSpPr txBox="1"/>
          <p:nvPr>
            <p:ph idx="1" type="subTitle"/>
          </p:nvPr>
        </p:nvSpPr>
        <p:spPr>
          <a:xfrm>
            <a:off x="1097280" y="3108960"/>
            <a:ext cx="5120640" cy="140208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512"/>
              </a:spcBef>
              <a:spcAft>
                <a:spcPts val="0"/>
              </a:spcAft>
              <a:buClr>
                <a:srgbClr val="888888"/>
              </a:buClr>
              <a:buSzPts val="3200"/>
              <a:buNone/>
              <a:defRPr>
                <a:solidFill>
                  <a:srgbClr val="888888"/>
                </a:solidFill>
              </a:defRPr>
            </a:lvl1pPr>
            <a:lvl2pPr lvl="1" algn="ctr">
              <a:lnSpc>
                <a:spcPct val="100000"/>
              </a:lnSpc>
              <a:spcBef>
                <a:spcPts val="448"/>
              </a:spcBef>
              <a:spcAft>
                <a:spcPts val="0"/>
              </a:spcAft>
              <a:buClr>
                <a:srgbClr val="888888"/>
              </a:buClr>
              <a:buSzPts val="2800"/>
              <a:buNone/>
              <a:defRPr>
                <a:solidFill>
                  <a:srgbClr val="888888"/>
                </a:solidFill>
              </a:defRPr>
            </a:lvl2pPr>
            <a:lvl3pPr lvl="2" algn="ctr">
              <a:lnSpc>
                <a:spcPct val="100000"/>
              </a:lnSpc>
              <a:spcBef>
                <a:spcPts val="384"/>
              </a:spcBef>
              <a:spcAft>
                <a:spcPts val="0"/>
              </a:spcAft>
              <a:buClr>
                <a:srgbClr val="888888"/>
              </a:buClr>
              <a:buSzPts val="2400"/>
              <a:buNone/>
              <a:defRPr>
                <a:solidFill>
                  <a:srgbClr val="888888"/>
                </a:solidFill>
              </a:defRPr>
            </a:lvl3pPr>
            <a:lvl4pPr lvl="3" algn="ctr">
              <a:lnSpc>
                <a:spcPct val="100000"/>
              </a:lnSpc>
              <a:spcBef>
                <a:spcPts val="320"/>
              </a:spcBef>
              <a:spcAft>
                <a:spcPts val="0"/>
              </a:spcAft>
              <a:buClr>
                <a:srgbClr val="888888"/>
              </a:buClr>
              <a:buSzPts val="2000"/>
              <a:buNone/>
              <a:defRPr>
                <a:solidFill>
                  <a:srgbClr val="888888"/>
                </a:solidFill>
              </a:defRPr>
            </a:lvl4pPr>
            <a:lvl5pPr lvl="4" algn="ctr">
              <a:lnSpc>
                <a:spcPct val="100000"/>
              </a:lnSpc>
              <a:spcBef>
                <a:spcPts val="320"/>
              </a:spcBef>
              <a:spcAft>
                <a:spcPts val="0"/>
              </a:spcAft>
              <a:buClr>
                <a:srgbClr val="888888"/>
              </a:buClr>
              <a:buSzPts val="2000"/>
              <a:buNone/>
              <a:defRPr>
                <a:solidFill>
                  <a:srgbClr val="888888"/>
                </a:solidFill>
              </a:defRPr>
            </a:lvl5pPr>
            <a:lvl6pPr lvl="5" algn="ctr">
              <a:lnSpc>
                <a:spcPct val="100000"/>
              </a:lnSpc>
              <a:spcBef>
                <a:spcPts val="320"/>
              </a:spcBef>
              <a:spcAft>
                <a:spcPts val="0"/>
              </a:spcAft>
              <a:buClr>
                <a:srgbClr val="888888"/>
              </a:buClr>
              <a:buSzPts val="2000"/>
              <a:buNone/>
              <a:defRPr>
                <a:solidFill>
                  <a:srgbClr val="888888"/>
                </a:solidFill>
              </a:defRPr>
            </a:lvl6pPr>
            <a:lvl7pPr lvl="6" algn="ctr">
              <a:lnSpc>
                <a:spcPct val="100000"/>
              </a:lnSpc>
              <a:spcBef>
                <a:spcPts val="320"/>
              </a:spcBef>
              <a:spcAft>
                <a:spcPts val="0"/>
              </a:spcAft>
              <a:buClr>
                <a:srgbClr val="888888"/>
              </a:buClr>
              <a:buSzPts val="2000"/>
              <a:buNone/>
              <a:defRPr>
                <a:solidFill>
                  <a:srgbClr val="888888"/>
                </a:solidFill>
              </a:defRPr>
            </a:lvl7pPr>
            <a:lvl8pPr lvl="7" algn="ctr">
              <a:lnSpc>
                <a:spcPct val="100000"/>
              </a:lnSpc>
              <a:spcBef>
                <a:spcPts val="320"/>
              </a:spcBef>
              <a:spcAft>
                <a:spcPts val="0"/>
              </a:spcAft>
              <a:buClr>
                <a:srgbClr val="888888"/>
              </a:buClr>
              <a:buSzPts val="2000"/>
              <a:buNone/>
              <a:defRPr>
                <a:solidFill>
                  <a:srgbClr val="888888"/>
                </a:solidFill>
              </a:defRPr>
            </a:lvl8pPr>
            <a:lvl9pPr lvl="8" algn="ctr">
              <a:lnSpc>
                <a:spcPct val="100000"/>
              </a:lnSpc>
              <a:spcBef>
                <a:spcPts val="320"/>
              </a:spcBef>
              <a:spcAft>
                <a:spcPts val="0"/>
              </a:spcAft>
              <a:buClr>
                <a:srgbClr val="888888"/>
              </a:buClr>
              <a:buSzPts val="2000"/>
              <a:buNone/>
              <a:defRPr>
                <a:solidFill>
                  <a:srgbClr val="888888"/>
                </a:solidFill>
              </a:defRPr>
            </a:lvl9pPr>
          </a:lstStyle>
          <a:p/>
        </p:txBody>
      </p:sp>
      <p:sp>
        <p:nvSpPr>
          <p:cNvPr id="22" name="Google Shape;22;p38"/>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8"/>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8"/>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9"/>
          <p:cNvSpPr txBox="1"/>
          <p:nvPr>
            <p:ph type="title"/>
          </p:nvPr>
        </p:nvSpPr>
        <p:spPr>
          <a:xfrm>
            <a:off x="365760" y="219710"/>
            <a:ext cx="6583680" cy="914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9"/>
          <p:cNvSpPr txBox="1"/>
          <p:nvPr>
            <p:ph idx="1" type="body"/>
          </p:nvPr>
        </p:nvSpPr>
        <p:spPr>
          <a:xfrm>
            <a:off x="365760" y="1280161"/>
            <a:ext cx="6583680" cy="362077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288"/>
              </a:spcBef>
              <a:spcAft>
                <a:spcPts val="0"/>
              </a:spcAft>
              <a:buClr>
                <a:schemeClr val="dk1"/>
              </a:buClr>
              <a:buSzPts val="1800"/>
              <a:buChar char="•"/>
              <a:defRPr/>
            </a:lvl1pPr>
            <a:lvl2pPr indent="-342900" lvl="1" marL="914400" algn="l">
              <a:lnSpc>
                <a:spcPct val="100000"/>
              </a:lnSpc>
              <a:spcBef>
                <a:spcPts val="288"/>
              </a:spcBef>
              <a:spcAft>
                <a:spcPts val="0"/>
              </a:spcAft>
              <a:buClr>
                <a:schemeClr val="dk1"/>
              </a:buClr>
              <a:buSzPts val="1800"/>
              <a:buChar char="–"/>
              <a:defRPr/>
            </a:lvl2pPr>
            <a:lvl3pPr indent="-342900" lvl="2" marL="1371600" algn="l">
              <a:lnSpc>
                <a:spcPct val="100000"/>
              </a:lnSpc>
              <a:spcBef>
                <a:spcPts val="288"/>
              </a:spcBef>
              <a:spcAft>
                <a:spcPts val="0"/>
              </a:spcAft>
              <a:buClr>
                <a:schemeClr val="dk1"/>
              </a:buClr>
              <a:buSzPts val="1800"/>
              <a:buChar char="•"/>
              <a:defRPr/>
            </a:lvl3pPr>
            <a:lvl4pPr indent="-342900" lvl="3" marL="1828800" algn="l">
              <a:lnSpc>
                <a:spcPct val="100000"/>
              </a:lnSpc>
              <a:spcBef>
                <a:spcPts val="288"/>
              </a:spcBef>
              <a:spcAft>
                <a:spcPts val="0"/>
              </a:spcAft>
              <a:buClr>
                <a:schemeClr val="dk1"/>
              </a:buClr>
              <a:buSzPts val="1800"/>
              <a:buChar char="–"/>
              <a:defRPr/>
            </a:lvl4pPr>
            <a:lvl5pPr indent="-342900" lvl="4" marL="2286000" algn="l">
              <a:lnSpc>
                <a:spcPct val="100000"/>
              </a:lnSpc>
              <a:spcBef>
                <a:spcPts val="288"/>
              </a:spcBef>
              <a:spcAft>
                <a:spcPts val="0"/>
              </a:spcAft>
              <a:buClr>
                <a:schemeClr val="dk1"/>
              </a:buClr>
              <a:buSzPts val="1800"/>
              <a:buChar char="»"/>
              <a:defRPr/>
            </a:lvl5pPr>
            <a:lvl6pPr indent="-342900" lvl="5" marL="2743200" algn="l">
              <a:lnSpc>
                <a:spcPct val="100000"/>
              </a:lnSpc>
              <a:spcBef>
                <a:spcPts val="288"/>
              </a:spcBef>
              <a:spcAft>
                <a:spcPts val="0"/>
              </a:spcAft>
              <a:buClr>
                <a:schemeClr val="dk1"/>
              </a:buClr>
              <a:buSzPts val="1800"/>
              <a:buChar char="•"/>
              <a:defRPr/>
            </a:lvl6pPr>
            <a:lvl7pPr indent="-342900" lvl="6" marL="3200400" algn="l">
              <a:lnSpc>
                <a:spcPct val="100000"/>
              </a:lnSpc>
              <a:spcBef>
                <a:spcPts val="288"/>
              </a:spcBef>
              <a:spcAft>
                <a:spcPts val="0"/>
              </a:spcAft>
              <a:buClr>
                <a:schemeClr val="dk1"/>
              </a:buClr>
              <a:buSzPts val="1800"/>
              <a:buChar char="•"/>
              <a:defRPr/>
            </a:lvl7pPr>
            <a:lvl8pPr indent="-342900" lvl="7" marL="3657600" algn="l">
              <a:lnSpc>
                <a:spcPct val="100000"/>
              </a:lnSpc>
              <a:spcBef>
                <a:spcPts val="288"/>
              </a:spcBef>
              <a:spcAft>
                <a:spcPts val="0"/>
              </a:spcAft>
              <a:buClr>
                <a:schemeClr val="dk1"/>
              </a:buClr>
              <a:buSzPts val="1800"/>
              <a:buChar char="•"/>
              <a:defRPr/>
            </a:lvl8pPr>
            <a:lvl9pPr indent="-342900" lvl="8" marL="4114800" algn="l">
              <a:lnSpc>
                <a:spcPct val="100000"/>
              </a:lnSpc>
              <a:spcBef>
                <a:spcPts val="288"/>
              </a:spcBef>
              <a:spcAft>
                <a:spcPts val="0"/>
              </a:spcAft>
              <a:buClr>
                <a:schemeClr val="dk1"/>
              </a:buClr>
              <a:buSzPts val="1800"/>
              <a:buChar char="•"/>
              <a:defRPr/>
            </a:lvl9pPr>
          </a:lstStyle>
          <a:p/>
        </p:txBody>
      </p:sp>
      <p:sp>
        <p:nvSpPr>
          <p:cNvPr id="28" name="Google Shape;28;p39"/>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9"/>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9"/>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0"/>
          <p:cNvSpPr txBox="1"/>
          <p:nvPr>
            <p:ph type="title"/>
          </p:nvPr>
        </p:nvSpPr>
        <p:spPr>
          <a:xfrm>
            <a:off x="577850" y="3525520"/>
            <a:ext cx="6217920" cy="108966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0"/>
          <p:cNvSpPr txBox="1"/>
          <p:nvPr>
            <p:ph idx="1" type="body"/>
          </p:nvPr>
        </p:nvSpPr>
        <p:spPr>
          <a:xfrm>
            <a:off x="577850" y="2325371"/>
            <a:ext cx="6217920" cy="120015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20"/>
              </a:spcBef>
              <a:spcAft>
                <a:spcPts val="0"/>
              </a:spcAft>
              <a:buClr>
                <a:srgbClr val="888888"/>
              </a:buClr>
              <a:buSzPts val="2000"/>
              <a:buNone/>
              <a:defRPr sz="1600">
                <a:solidFill>
                  <a:srgbClr val="888888"/>
                </a:solidFill>
              </a:defRPr>
            </a:lvl1pPr>
            <a:lvl2pPr indent="-228600" lvl="1" marL="914400" algn="l">
              <a:lnSpc>
                <a:spcPct val="100000"/>
              </a:lnSpc>
              <a:spcBef>
                <a:spcPts val="288"/>
              </a:spcBef>
              <a:spcAft>
                <a:spcPts val="0"/>
              </a:spcAft>
              <a:buClr>
                <a:srgbClr val="888888"/>
              </a:buClr>
              <a:buSzPts val="1800"/>
              <a:buNone/>
              <a:defRPr sz="1440">
                <a:solidFill>
                  <a:srgbClr val="888888"/>
                </a:solidFill>
              </a:defRPr>
            </a:lvl2pPr>
            <a:lvl3pPr indent="-228600" lvl="2" marL="1371600" algn="l">
              <a:lnSpc>
                <a:spcPct val="100000"/>
              </a:lnSpc>
              <a:spcBef>
                <a:spcPts val="256"/>
              </a:spcBef>
              <a:spcAft>
                <a:spcPts val="0"/>
              </a:spcAft>
              <a:buClr>
                <a:srgbClr val="888888"/>
              </a:buClr>
              <a:buSzPts val="1600"/>
              <a:buNone/>
              <a:defRPr sz="1280">
                <a:solidFill>
                  <a:srgbClr val="888888"/>
                </a:solidFill>
              </a:defRPr>
            </a:lvl3pPr>
            <a:lvl4pPr indent="-228600" lvl="3" marL="1828800" algn="l">
              <a:lnSpc>
                <a:spcPct val="100000"/>
              </a:lnSpc>
              <a:spcBef>
                <a:spcPts val="224"/>
              </a:spcBef>
              <a:spcAft>
                <a:spcPts val="0"/>
              </a:spcAft>
              <a:buClr>
                <a:srgbClr val="888888"/>
              </a:buClr>
              <a:buSzPts val="1400"/>
              <a:buNone/>
              <a:defRPr sz="1120">
                <a:solidFill>
                  <a:srgbClr val="888888"/>
                </a:solidFill>
              </a:defRPr>
            </a:lvl4pPr>
            <a:lvl5pPr indent="-228600" lvl="4" marL="2286000" algn="l">
              <a:lnSpc>
                <a:spcPct val="100000"/>
              </a:lnSpc>
              <a:spcBef>
                <a:spcPts val="224"/>
              </a:spcBef>
              <a:spcAft>
                <a:spcPts val="0"/>
              </a:spcAft>
              <a:buClr>
                <a:srgbClr val="888888"/>
              </a:buClr>
              <a:buSzPts val="1400"/>
              <a:buNone/>
              <a:defRPr sz="1120">
                <a:solidFill>
                  <a:srgbClr val="888888"/>
                </a:solidFill>
              </a:defRPr>
            </a:lvl5pPr>
            <a:lvl6pPr indent="-228600" lvl="5" marL="2743200" algn="l">
              <a:lnSpc>
                <a:spcPct val="100000"/>
              </a:lnSpc>
              <a:spcBef>
                <a:spcPts val="224"/>
              </a:spcBef>
              <a:spcAft>
                <a:spcPts val="0"/>
              </a:spcAft>
              <a:buClr>
                <a:srgbClr val="888888"/>
              </a:buClr>
              <a:buSzPts val="1400"/>
              <a:buNone/>
              <a:defRPr sz="1120">
                <a:solidFill>
                  <a:srgbClr val="888888"/>
                </a:solidFill>
              </a:defRPr>
            </a:lvl6pPr>
            <a:lvl7pPr indent="-228600" lvl="6" marL="3200400" algn="l">
              <a:lnSpc>
                <a:spcPct val="100000"/>
              </a:lnSpc>
              <a:spcBef>
                <a:spcPts val="224"/>
              </a:spcBef>
              <a:spcAft>
                <a:spcPts val="0"/>
              </a:spcAft>
              <a:buClr>
                <a:srgbClr val="888888"/>
              </a:buClr>
              <a:buSzPts val="1400"/>
              <a:buNone/>
              <a:defRPr sz="1120">
                <a:solidFill>
                  <a:srgbClr val="888888"/>
                </a:solidFill>
              </a:defRPr>
            </a:lvl7pPr>
            <a:lvl8pPr indent="-228600" lvl="7" marL="3657600" algn="l">
              <a:lnSpc>
                <a:spcPct val="100000"/>
              </a:lnSpc>
              <a:spcBef>
                <a:spcPts val="224"/>
              </a:spcBef>
              <a:spcAft>
                <a:spcPts val="0"/>
              </a:spcAft>
              <a:buClr>
                <a:srgbClr val="888888"/>
              </a:buClr>
              <a:buSzPts val="1400"/>
              <a:buNone/>
              <a:defRPr sz="1120">
                <a:solidFill>
                  <a:srgbClr val="888888"/>
                </a:solidFill>
              </a:defRPr>
            </a:lvl8pPr>
            <a:lvl9pPr indent="-228600" lvl="8" marL="4114800" algn="l">
              <a:lnSpc>
                <a:spcPct val="100000"/>
              </a:lnSpc>
              <a:spcBef>
                <a:spcPts val="224"/>
              </a:spcBef>
              <a:spcAft>
                <a:spcPts val="0"/>
              </a:spcAft>
              <a:buClr>
                <a:srgbClr val="888888"/>
              </a:buClr>
              <a:buSzPts val="1400"/>
              <a:buNone/>
              <a:defRPr sz="1120">
                <a:solidFill>
                  <a:srgbClr val="888888"/>
                </a:solidFill>
              </a:defRPr>
            </a:lvl9pPr>
          </a:lstStyle>
          <a:p/>
        </p:txBody>
      </p:sp>
      <p:sp>
        <p:nvSpPr>
          <p:cNvPr id="34" name="Google Shape;34;p40"/>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0"/>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0"/>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1"/>
          <p:cNvSpPr txBox="1"/>
          <p:nvPr>
            <p:ph type="title"/>
          </p:nvPr>
        </p:nvSpPr>
        <p:spPr>
          <a:xfrm>
            <a:off x="365760" y="219710"/>
            <a:ext cx="6583680" cy="914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1"/>
          <p:cNvSpPr txBox="1"/>
          <p:nvPr>
            <p:ph idx="1" type="body"/>
          </p:nvPr>
        </p:nvSpPr>
        <p:spPr>
          <a:xfrm>
            <a:off x="365760" y="1280161"/>
            <a:ext cx="3230880" cy="362077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448"/>
              </a:spcBef>
              <a:spcAft>
                <a:spcPts val="0"/>
              </a:spcAft>
              <a:buClr>
                <a:schemeClr val="dk1"/>
              </a:buClr>
              <a:buSzPts val="2800"/>
              <a:buChar char="•"/>
              <a:defRPr sz="2240"/>
            </a:lvl1pPr>
            <a:lvl2pPr indent="-381000" lvl="1" marL="914400" algn="l">
              <a:lnSpc>
                <a:spcPct val="100000"/>
              </a:lnSpc>
              <a:spcBef>
                <a:spcPts val="384"/>
              </a:spcBef>
              <a:spcAft>
                <a:spcPts val="0"/>
              </a:spcAft>
              <a:buClr>
                <a:schemeClr val="dk1"/>
              </a:buClr>
              <a:buSzPts val="2400"/>
              <a:buChar char="–"/>
              <a:defRPr sz="1920"/>
            </a:lvl2pPr>
            <a:lvl3pPr indent="-355600" lvl="2" marL="1371600" algn="l">
              <a:lnSpc>
                <a:spcPct val="100000"/>
              </a:lnSpc>
              <a:spcBef>
                <a:spcPts val="320"/>
              </a:spcBef>
              <a:spcAft>
                <a:spcPts val="0"/>
              </a:spcAft>
              <a:buClr>
                <a:schemeClr val="dk1"/>
              </a:buClr>
              <a:buSzPts val="2000"/>
              <a:buChar char="•"/>
              <a:defRPr sz="1600"/>
            </a:lvl3pPr>
            <a:lvl4pPr indent="-342900" lvl="3" marL="1828800" algn="l">
              <a:lnSpc>
                <a:spcPct val="100000"/>
              </a:lnSpc>
              <a:spcBef>
                <a:spcPts val="288"/>
              </a:spcBef>
              <a:spcAft>
                <a:spcPts val="0"/>
              </a:spcAft>
              <a:buClr>
                <a:schemeClr val="dk1"/>
              </a:buClr>
              <a:buSzPts val="1800"/>
              <a:buChar char="–"/>
              <a:defRPr sz="1440"/>
            </a:lvl4pPr>
            <a:lvl5pPr indent="-342900" lvl="4" marL="2286000" algn="l">
              <a:lnSpc>
                <a:spcPct val="100000"/>
              </a:lnSpc>
              <a:spcBef>
                <a:spcPts val="288"/>
              </a:spcBef>
              <a:spcAft>
                <a:spcPts val="0"/>
              </a:spcAft>
              <a:buClr>
                <a:schemeClr val="dk1"/>
              </a:buClr>
              <a:buSzPts val="1800"/>
              <a:buChar char="»"/>
              <a:defRPr sz="1440"/>
            </a:lvl5pPr>
            <a:lvl6pPr indent="-342900" lvl="5" marL="2743200" algn="l">
              <a:lnSpc>
                <a:spcPct val="100000"/>
              </a:lnSpc>
              <a:spcBef>
                <a:spcPts val="288"/>
              </a:spcBef>
              <a:spcAft>
                <a:spcPts val="0"/>
              </a:spcAft>
              <a:buClr>
                <a:schemeClr val="dk1"/>
              </a:buClr>
              <a:buSzPts val="1800"/>
              <a:buChar char="•"/>
              <a:defRPr sz="1440"/>
            </a:lvl6pPr>
            <a:lvl7pPr indent="-342900" lvl="6" marL="3200400" algn="l">
              <a:lnSpc>
                <a:spcPct val="100000"/>
              </a:lnSpc>
              <a:spcBef>
                <a:spcPts val="288"/>
              </a:spcBef>
              <a:spcAft>
                <a:spcPts val="0"/>
              </a:spcAft>
              <a:buClr>
                <a:schemeClr val="dk1"/>
              </a:buClr>
              <a:buSzPts val="1800"/>
              <a:buChar char="•"/>
              <a:defRPr sz="1440"/>
            </a:lvl7pPr>
            <a:lvl8pPr indent="-342900" lvl="7" marL="3657600" algn="l">
              <a:lnSpc>
                <a:spcPct val="100000"/>
              </a:lnSpc>
              <a:spcBef>
                <a:spcPts val="288"/>
              </a:spcBef>
              <a:spcAft>
                <a:spcPts val="0"/>
              </a:spcAft>
              <a:buClr>
                <a:schemeClr val="dk1"/>
              </a:buClr>
              <a:buSzPts val="1800"/>
              <a:buChar char="•"/>
              <a:defRPr sz="1440"/>
            </a:lvl8pPr>
            <a:lvl9pPr indent="-342900" lvl="8" marL="4114800" algn="l">
              <a:lnSpc>
                <a:spcPct val="100000"/>
              </a:lnSpc>
              <a:spcBef>
                <a:spcPts val="288"/>
              </a:spcBef>
              <a:spcAft>
                <a:spcPts val="0"/>
              </a:spcAft>
              <a:buClr>
                <a:schemeClr val="dk1"/>
              </a:buClr>
              <a:buSzPts val="1800"/>
              <a:buChar char="•"/>
              <a:defRPr sz="1440"/>
            </a:lvl9pPr>
          </a:lstStyle>
          <a:p/>
        </p:txBody>
      </p:sp>
      <p:sp>
        <p:nvSpPr>
          <p:cNvPr id="40" name="Google Shape;40;p41"/>
          <p:cNvSpPr txBox="1"/>
          <p:nvPr>
            <p:ph idx="2" type="body"/>
          </p:nvPr>
        </p:nvSpPr>
        <p:spPr>
          <a:xfrm>
            <a:off x="3718560" y="1280161"/>
            <a:ext cx="3230880" cy="362077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448"/>
              </a:spcBef>
              <a:spcAft>
                <a:spcPts val="0"/>
              </a:spcAft>
              <a:buClr>
                <a:schemeClr val="dk1"/>
              </a:buClr>
              <a:buSzPts val="2800"/>
              <a:buChar char="•"/>
              <a:defRPr sz="2240"/>
            </a:lvl1pPr>
            <a:lvl2pPr indent="-381000" lvl="1" marL="914400" algn="l">
              <a:lnSpc>
                <a:spcPct val="100000"/>
              </a:lnSpc>
              <a:spcBef>
                <a:spcPts val="384"/>
              </a:spcBef>
              <a:spcAft>
                <a:spcPts val="0"/>
              </a:spcAft>
              <a:buClr>
                <a:schemeClr val="dk1"/>
              </a:buClr>
              <a:buSzPts val="2400"/>
              <a:buChar char="–"/>
              <a:defRPr sz="1920"/>
            </a:lvl2pPr>
            <a:lvl3pPr indent="-355600" lvl="2" marL="1371600" algn="l">
              <a:lnSpc>
                <a:spcPct val="100000"/>
              </a:lnSpc>
              <a:spcBef>
                <a:spcPts val="320"/>
              </a:spcBef>
              <a:spcAft>
                <a:spcPts val="0"/>
              </a:spcAft>
              <a:buClr>
                <a:schemeClr val="dk1"/>
              </a:buClr>
              <a:buSzPts val="2000"/>
              <a:buChar char="•"/>
              <a:defRPr sz="1600"/>
            </a:lvl3pPr>
            <a:lvl4pPr indent="-342900" lvl="3" marL="1828800" algn="l">
              <a:lnSpc>
                <a:spcPct val="100000"/>
              </a:lnSpc>
              <a:spcBef>
                <a:spcPts val="288"/>
              </a:spcBef>
              <a:spcAft>
                <a:spcPts val="0"/>
              </a:spcAft>
              <a:buClr>
                <a:schemeClr val="dk1"/>
              </a:buClr>
              <a:buSzPts val="1800"/>
              <a:buChar char="–"/>
              <a:defRPr sz="1440"/>
            </a:lvl4pPr>
            <a:lvl5pPr indent="-342900" lvl="4" marL="2286000" algn="l">
              <a:lnSpc>
                <a:spcPct val="100000"/>
              </a:lnSpc>
              <a:spcBef>
                <a:spcPts val="288"/>
              </a:spcBef>
              <a:spcAft>
                <a:spcPts val="0"/>
              </a:spcAft>
              <a:buClr>
                <a:schemeClr val="dk1"/>
              </a:buClr>
              <a:buSzPts val="1800"/>
              <a:buChar char="»"/>
              <a:defRPr sz="1440"/>
            </a:lvl5pPr>
            <a:lvl6pPr indent="-342900" lvl="5" marL="2743200" algn="l">
              <a:lnSpc>
                <a:spcPct val="100000"/>
              </a:lnSpc>
              <a:spcBef>
                <a:spcPts val="288"/>
              </a:spcBef>
              <a:spcAft>
                <a:spcPts val="0"/>
              </a:spcAft>
              <a:buClr>
                <a:schemeClr val="dk1"/>
              </a:buClr>
              <a:buSzPts val="1800"/>
              <a:buChar char="•"/>
              <a:defRPr sz="1440"/>
            </a:lvl6pPr>
            <a:lvl7pPr indent="-342900" lvl="6" marL="3200400" algn="l">
              <a:lnSpc>
                <a:spcPct val="100000"/>
              </a:lnSpc>
              <a:spcBef>
                <a:spcPts val="288"/>
              </a:spcBef>
              <a:spcAft>
                <a:spcPts val="0"/>
              </a:spcAft>
              <a:buClr>
                <a:schemeClr val="dk1"/>
              </a:buClr>
              <a:buSzPts val="1800"/>
              <a:buChar char="•"/>
              <a:defRPr sz="1440"/>
            </a:lvl7pPr>
            <a:lvl8pPr indent="-342900" lvl="7" marL="3657600" algn="l">
              <a:lnSpc>
                <a:spcPct val="100000"/>
              </a:lnSpc>
              <a:spcBef>
                <a:spcPts val="288"/>
              </a:spcBef>
              <a:spcAft>
                <a:spcPts val="0"/>
              </a:spcAft>
              <a:buClr>
                <a:schemeClr val="dk1"/>
              </a:buClr>
              <a:buSzPts val="1800"/>
              <a:buChar char="•"/>
              <a:defRPr sz="1440"/>
            </a:lvl8pPr>
            <a:lvl9pPr indent="-342900" lvl="8" marL="4114800" algn="l">
              <a:lnSpc>
                <a:spcPct val="100000"/>
              </a:lnSpc>
              <a:spcBef>
                <a:spcPts val="288"/>
              </a:spcBef>
              <a:spcAft>
                <a:spcPts val="0"/>
              </a:spcAft>
              <a:buClr>
                <a:schemeClr val="dk1"/>
              </a:buClr>
              <a:buSzPts val="1800"/>
              <a:buChar char="•"/>
              <a:defRPr sz="1440"/>
            </a:lvl9pPr>
          </a:lstStyle>
          <a:p/>
        </p:txBody>
      </p:sp>
      <p:sp>
        <p:nvSpPr>
          <p:cNvPr id="41" name="Google Shape;41;p41"/>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1"/>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1"/>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2"/>
          <p:cNvSpPr txBox="1"/>
          <p:nvPr>
            <p:ph type="title"/>
          </p:nvPr>
        </p:nvSpPr>
        <p:spPr>
          <a:xfrm>
            <a:off x="365760" y="219710"/>
            <a:ext cx="6583680" cy="914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2"/>
          <p:cNvSpPr txBox="1"/>
          <p:nvPr>
            <p:ph idx="1" type="body"/>
          </p:nvPr>
        </p:nvSpPr>
        <p:spPr>
          <a:xfrm>
            <a:off x="365760" y="1228090"/>
            <a:ext cx="3232150" cy="51181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84"/>
              </a:spcBef>
              <a:spcAft>
                <a:spcPts val="0"/>
              </a:spcAft>
              <a:buClr>
                <a:schemeClr val="dk1"/>
              </a:buClr>
              <a:buSzPts val="2400"/>
              <a:buNone/>
              <a:defRPr b="1" sz="1920"/>
            </a:lvl1pPr>
            <a:lvl2pPr indent="-228600" lvl="1" marL="914400" algn="l">
              <a:lnSpc>
                <a:spcPct val="100000"/>
              </a:lnSpc>
              <a:spcBef>
                <a:spcPts val="320"/>
              </a:spcBef>
              <a:spcAft>
                <a:spcPts val="0"/>
              </a:spcAft>
              <a:buClr>
                <a:schemeClr val="dk1"/>
              </a:buClr>
              <a:buSzPts val="2000"/>
              <a:buNone/>
              <a:defRPr b="1" sz="1600"/>
            </a:lvl2pPr>
            <a:lvl3pPr indent="-228600" lvl="2" marL="1371600" algn="l">
              <a:lnSpc>
                <a:spcPct val="100000"/>
              </a:lnSpc>
              <a:spcBef>
                <a:spcPts val="288"/>
              </a:spcBef>
              <a:spcAft>
                <a:spcPts val="0"/>
              </a:spcAft>
              <a:buClr>
                <a:schemeClr val="dk1"/>
              </a:buClr>
              <a:buSzPts val="1800"/>
              <a:buNone/>
              <a:defRPr b="1" sz="1440"/>
            </a:lvl3pPr>
            <a:lvl4pPr indent="-228600" lvl="3" marL="1828800" algn="l">
              <a:lnSpc>
                <a:spcPct val="100000"/>
              </a:lnSpc>
              <a:spcBef>
                <a:spcPts val="256"/>
              </a:spcBef>
              <a:spcAft>
                <a:spcPts val="0"/>
              </a:spcAft>
              <a:buClr>
                <a:schemeClr val="dk1"/>
              </a:buClr>
              <a:buSzPts val="1600"/>
              <a:buNone/>
              <a:defRPr b="1" sz="1280"/>
            </a:lvl4pPr>
            <a:lvl5pPr indent="-228600" lvl="4" marL="2286000" algn="l">
              <a:lnSpc>
                <a:spcPct val="100000"/>
              </a:lnSpc>
              <a:spcBef>
                <a:spcPts val="256"/>
              </a:spcBef>
              <a:spcAft>
                <a:spcPts val="0"/>
              </a:spcAft>
              <a:buClr>
                <a:schemeClr val="dk1"/>
              </a:buClr>
              <a:buSzPts val="1600"/>
              <a:buNone/>
              <a:defRPr b="1" sz="1280"/>
            </a:lvl5pPr>
            <a:lvl6pPr indent="-228600" lvl="5" marL="2743200" algn="l">
              <a:lnSpc>
                <a:spcPct val="100000"/>
              </a:lnSpc>
              <a:spcBef>
                <a:spcPts val="256"/>
              </a:spcBef>
              <a:spcAft>
                <a:spcPts val="0"/>
              </a:spcAft>
              <a:buClr>
                <a:schemeClr val="dk1"/>
              </a:buClr>
              <a:buSzPts val="1600"/>
              <a:buNone/>
              <a:defRPr b="1" sz="1280"/>
            </a:lvl6pPr>
            <a:lvl7pPr indent="-228600" lvl="6" marL="3200400" algn="l">
              <a:lnSpc>
                <a:spcPct val="100000"/>
              </a:lnSpc>
              <a:spcBef>
                <a:spcPts val="256"/>
              </a:spcBef>
              <a:spcAft>
                <a:spcPts val="0"/>
              </a:spcAft>
              <a:buClr>
                <a:schemeClr val="dk1"/>
              </a:buClr>
              <a:buSzPts val="1600"/>
              <a:buNone/>
              <a:defRPr b="1" sz="1280"/>
            </a:lvl7pPr>
            <a:lvl8pPr indent="-228600" lvl="7" marL="3657600" algn="l">
              <a:lnSpc>
                <a:spcPct val="100000"/>
              </a:lnSpc>
              <a:spcBef>
                <a:spcPts val="256"/>
              </a:spcBef>
              <a:spcAft>
                <a:spcPts val="0"/>
              </a:spcAft>
              <a:buClr>
                <a:schemeClr val="dk1"/>
              </a:buClr>
              <a:buSzPts val="1600"/>
              <a:buNone/>
              <a:defRPr b="1" sz="1280"/>
            </a:lvl8pPr>
            <a:lvl9pPr indent="-228600" lvl="8" marL="4114800" algn="l">
              <a:lnSpc>
                <a:spcPct val="100000"/>
              </a:lnSpc>
              <a:spcBef>
                <a:spcPts val="256"/>
              </a:spcBef>
              <a:spcAft>
                <a:spcPts val="0"/>
              </a:spcAft>
              <a:buClr>
                <a:schemeClr val="dk1"/>
              </a:buClr>
              <a:buSzPts val="1600"/>
              <a:buNone/>
              <a:defRPr b="1" sz="1280"/>
            </a:lvl9pPr>
          </a:lstStyle>
          <a:p/>
        </p:txBody>
      </p:sp>
      <p:sp>
        <p:nvSpPr>
          <p:cNvPr id="47" name="Google Shape;47;p42"/>
          <p:cNvSpPr txBox="1"/>
          <p:nvPr>
            <p:ph idx="2" type="body"/>
          </p:nvPr>
        </p:nvSpPr>
        <p:spPr>
          <a:xfrm>
            <a:off x="365760" y="1739900"/>
            <a:ext cx="3232150" cy="316103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384"/>
              </a:spcBef>
              <a:spcAft>
                <a:spcPts val="0"/>
              </a:spcAft>
              <a:buClr>
                <a:schemeClr val="dk1"/>
              </a:buClr>
              <a:buSzPts val="2400"/>
              <a:buChar char="•"/>
              <a:defRPr sz="1920"/>
            </a:lvl1pPr>
            <a:lvl2pPr indent="-355600" lvl="1" marL="914400" algn="l">
              <a:lnSpc>
                <a:spcPct val="100000"/>
              </a:lnSpc>
              <a:spcBef>
                <a:spcPts val="320"/>
              </a:spcBef>
              <a:spcAft>
                <a:spcPts val="0"/>
              </a:spcAft>
              <a:buClr>
                <a:schemeClr val="dk1"/>
              </a:buClr>
              <a:buSzPts val="2000"/>
              <a:buChar char="–"/>
              <a:defRPr sz="1600"/>
            </a:lvl2pPr>
            <a:lvl3pPr indent="-342900" lvl="2" marL="1371600" algn="l">
              <a:lnSpc>
                <a:spcPct val="100000"/>
              </a:lnSpc>
              <a:spcBef>
                <a:spcPts val="288"/>
              </a:spcBef>
              <a:spcAft>
                <a:spcPts val="0"/>
              </a:spcAft>
              <a:buClr>
                <a:schemeClr val="dk1"/>
              </a:buClr>
              <a:buSzPts val="1800"/>
              <a:buChar char="•"/>
              <a:defRPr sz="1440"/>
            </a:lvl3pPr>
            <a:lvl4pPr indent="-330200" lvl="3" marL="1828800" algn="l">
              <a:lnSpc>
                <a:spcPct val="100000"/>
              </a:lnSpc>
              <a:spcBef>
                <a:spcPts val="256"/>
              </a:spcBef>
              <a:spcAft>
                <a:spcPts val="0"/>
              </a:spcAft>
              <a:buClr>
                <a:schemeClr val="dk1"/>
              </a:buClr>
              <a:buSzPts val="1600"/>
              <a:buChar char="–"/>
              <a:defRPr sz="1280"/>
            </a:lvl4pPr>
            <a:lvl5pPr indent="-330200" lvl="4" marL="2286000" algn="l">
              <a:lnSpc>
                <a:spcPct val="100000"/>
              </a:lnSpc>
              <a:spcBef>
                <a:spcPts val="256"/>
              </a:spcBef>
              <a:spcAft>
                <a:spcPts val="0"/>
              </a:spcAft>
              <a:buClr>
                <a:schemeClr val="dk1"/>
              </a:buClr>
              <a:buSzPts val="1600"/>
              <a:buChar char="»"/>
              <a:defRPr sz="1280"/>
            </a:lvl5pPr>
            <a:lvl6pPr indent="-330200" lvl="5" marL="2743200" algn="l">
              <a:lnSpc>
                <a:spcPct val="100000"/>
              </a:lnSpc>
              <a:spcBef>
                <a:spcPts val="256"/>
              </a:spcBef>
              <a:spcAft>
                <a:spcPts val="0"/>
              </a:spcAft>
              <a:buClr>
                <a:schemeClr val="dk1"/>
              </a:buClr>
              <a:buSzPts val="1600"/>
              <a:buChar char="•"/>
              <a:defRPr sz="1280"/>
            </a:lvl6pPr>
            <a:lvl7pPr indent="-330200" lvl="6" marL="3200400" algn="l">
              <a:lnSpc>
                <a:spcPct val="100000"/>
              </a:lnSpc>
              <a:spcBef>
                <a:spcPts val="256"/>
              </a:spcBef>
              <a:spcAft>
                <a:spcPts val="0"/>
              </a:spcAft>
              <a:buClr>
                <a:schemeClr val="dk1"/>
              </a:buClr>
              <a:buSzPts val="1600"/>
              <a:buChar char="•"/>
              <a:defRPr sz="1280"/>
            </a:lvl7pPr>
            <a:lvl8pPr indent="-330200" lvl="7" marL="3657600" algn="l">
              <a:lnSpc>
                <a:spcPct val="100000"/>
              </a:lnSpc>
              <a:spcBef>
                <a:spcPts val="256"/>
              </a:spcBef>
              <a:spcAft>
                <a:spcPts val="0"/>
              </a:spcAft>
              <a:buClr>
                <a:schemeClr val="dk1"/>
              </a:buClr>
              <a:buSzPts val="1600"/>
              <a:buChar char="•"/>
              <a:defRPr sz="1280"/>
            </a:lvl8pPr>
            <a:lvl9pPr indent="-330200" lvl="8" marL="4114800" algn="l">
              <a:lnSpc>
                <a:spcPct val="100000"/>
              </a:lnSpc>
              <a:spcBef>
                <a:spcPts val="256"/>
              </a:spcBef>
              <a:spcAft>
                <a:spcPts val="0"/>
              </a:spcAft>
              <a:buClr>
                <a:schemeClr val="dk1"/>
              </a:buClr>
              <a:buSzPts val="1600"/>
              <a:buChar char="•"/>
              <a:defRPr sz="1280"/>
            </a:lvl9pPr>
          </a:lstStyle>
          <a:p/>
        </p:txBody>
      </p:sp>
      <p:sp>
        <p:nvSpPr>
          <p:cNvPr id="48" name="Google Shape;48;p42"/>
          <p:cNvSpPr txBox="1"/>
          <p:nvPr>
            <p:ph idx="3" type="body"/>
          </p:nvPr>
        </p:nvSpPr>
        <p:spPr>
          <a:xfrm>
            <a:off x="3716020" y="1228090"/>
            <a:ext cx="3233420" cy="51181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84"/>
              </a:spcBef>
              <a:spcAft>
                <a:spcPts val="0"/>
              </a:spcAft>
              <a:buClr>
                <a:schemeClr val="dk1"/>
              </a:buClr>
              <a:buSzPts val="2400"/>
              <a:buNone/>
              <a:defRPr b="1" sz="1920"/>
            </a:lvl1pPr>
            <a:lvl2pPr indent="-228600" lvl="1" marL="914400" algn="l">
              <a:lnSpc>
                <a:spcPct val="100000"/>
              </a:lnSpc>
              <a:spcBef>
                <a:spcPts val="320"/>
              </a:spcBef>
              <a:spcAft>
                <a:spcPts val="0"/>
              </a:spcAft>
              <a:buClr>
                <a:schemeClr val="dk1"/>
              </a:buClr>
              <a:buSzPts val="2000"/>
              <a:buNone/>
              <a:defRPr b="1" sz="1600"/>
            </a:lvl2pPr>
            <a:lvl3pPr indent="-228600" lvl="2" marL="1371600" algn="l">
              <a:lnSpc>
                <a:spcPct val="100000"/>
              </a:lnSpc>
              <a:spcBef>
                <a:spcPts val="288"/>
              </a:spcBef>
              <a:spcAft>
                <a:spcPts val="0"/>
              </a:spcAft>
              <a:buClr>
                <a:schemeClr val="dk1"/>
              </a:buClr>
              <a:buSzPts val="1800"/>
              <a:buNone/>
              <a:defRPr b="1" sz="1440"/>
            </a:lvl3pPr>
            <a:lvl4pPr indent="-228600" lvl="3" marL="1828800" algn="l">
              <a:lnSpc>
                <a:spcPct val="100000"/>
              </a:lnSpc>
              <a:spcBef>
                <a:spcPts val="256"/>
              </a:spcBef>
              <a:spcAft>
                <a:spcPts val="0"/>
              </a:spcAft>
              <a:buClr>
                <a:schemeClr val="dk1"/>
              </a:buClr>
              <a:buSzPts val="1600"/>
              <a:buNone/>
              <a:defRPr b="1" sz="1280"/>
            </a:lvl4pPr>
            <a:lvl5pPr indent="-228600" lvl="4" marL="2286000" algn="l">
              <a:lnSpc>
                <a:spcPct val="100000"/>
              </a:lnSpc>
              <a:spcBef>
                <a:spcPts val="256"/>
              </a:spcBef>
              <a:spcAft>
                <a:spcPts val="0"/>
              </a:spcAft>
              <a:buClr>
                <a:schemeClr val="dk1"/>
              </a:buClr>
              <a:buSzPts val="1600"/>
              <a:buNone/>
              <a:defRPr b="1" sz="1280"/>
            </a:lvl5pPr>
            <a:lvl6pPr indent="-228600" lvl="5" marL="2743200" algn="l">
              <a:lnSpc>
                <a:spcPct val="100000"/>
              </a:lnSpc>
              <a:spcBef>
                <a:spcPts val="256"/>
              </a:spcBef>
              <a:spcAft>
                <a:spcPts val="0"/>
              </a:spcAft>
              <a:buClr>
                <a:schemeClr val="dk1"/>
              </a:buClr>
              <a:buSzPts val="1600"/>
              <a:buNone/>
              <a:defRPr b="1" sz="1280"/>
            </a:lvl6pPr>
            <a:lvl7pPr indent="-228600" lvl="6" marL="3200400" algn="l">
              <a:lnSpc>
                <a:spcPct val="100000"/>
              </a:lnSpc>
              <a:spcBef>
                <a:spcPts val="256"/>
              </a:spcBef>
              <a:spcAft>
                <a:spcPts val="0"/>
              </a:spcAft>
              <a:buClr>
                <a:schemeClr val="dk1"/>
              </a:buClr>
              <a:buSzPts val="1600"/>
              <a:buNone/>
              <a:defRPr b="1" sz="1280"/>
            </a:lvl7pPr>
            <a:lvl8pPr indent="-228600" lvl="7" marL="3657600" algn="l">
              <a:lnSpc>
                <a:spcPct val="100000"/>
              </a:lnSpc>
              <a:spcBef>
                <a:spcPts val="256"/>
              </a:spcBef>
              <a:spcAft>
                <a:spcPts val="0"/>
              </a:spcAft>
              <a:buClr>
                <a:schemeClr val="dk1"/>
              </a:buClr>
              <a:buSzPts val="1600"/>
              <a:buNone/>
              <a:defRPr b="1" sz="1280"/>
            </a:lvl8pPr>
            <a:lvl9pPr indent="-228600" lvl="8" marL="4114800" algn="l">
              <a:lnSpc>
                <a:spcPct val="100000"/>
              </a:lnSpc>
              <a:spcBef>
                <a:spcPts val="256"/>
              </a:spcBef>
              <a:spcAft>
                <a:spcPts val="0"/>
              </a:spcAft>
              <a:buClr>
                <a:schemeClr val="dk1"/>
              </a:buClr>
              <a:buSzPts val="1600"/>
              <a:buNone/>
              <a:defRPr b="1" sz="1280"/>
            </a:lvl9pPr>
          </a:lstStyle>
          <a:p/>
        </p:txBody>
      </p:sp>
      <p:sp>
        <p:nvSpPr>
          <p:cNvPr id="49" name="Google Shape;49;p42"/>
          <p:cNvSpPr txBox="1"/>
          <p:nvPr>
            <p:ph idx="4" type="body"/>
          </p:nvPr>
        </p:nvSpPr>
        <p:spPr>
          <a:xfrm>
            <a:off x="3716020" y="1739900"/>
            <a:ext cx="3233420" cy="316103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384"/>
              </a:spcBef>
              <a:spcAft>
                <a:spcPts val="0"/>
              </a:spcAft>
              <a:buClr>
                <a:schemeClr val="dk1"/>
              </a:buClr>
              <a:buSzPts val="2400"/>
              <a:buChar char="•"/>
              <a:defRPr sz="1920"/>
            </a:lvl1pPr>
            <a:lvl2pPr indent="-355600" lvl="1" marL="914400" algn="l">
              <a:lnSpc>
                <a:spcPct val="100000"/>
              </a:lnSpc>
              <a:spcBef>
                <a:spcPts val="320"/>
              </a:spcBef>
              <a:spcAft>
                <a:spcPts val="0"/>
              </a:spcAft>
              <a:buClr>
                <a:schemeClr val="dk1"/>
              </a:buClr>
              <a:buSzPts val="2000"/>
              <a:buChar char="–"/>
              <a:defRPr sz="1600"/>
            </a:lvl2pPr>
            <a:lvl3pPr indent="-342900" lvl="2" marL="1371600" algn="l">
              <a:lnSpc>
                <a:spcPct val="100000"/>
              </a:lnSpc>
              <a:spcBef>
                <a:spcPts val="288"/>
              </a:spcBef>
              <a:spcAft>
                <a:spcPts val="0"/>
              </a:spcAft>
              <a:buClr>
                <a:schemeClr val="dk1"/>
              </a:buClr>
              <a:buSzPts val="1800"/>
              <a:buChar char="•"/>
              <a:defRPr sz="1440"/>
            </a:lvl3pPr>
            <a:lvl4pPr indent="-330200" lvl="3" marL="1828800" algn="l">
              <a:lnSpc>
                <a:spcPct val="100000"/>
              </a:lnSpc>
              <a:spcBef>
                <a:spcPts val="256"/>
              </a:spcBef>
              <a:spcAft>
                <a:spcPts val="0"/>
              </a:spcAft>
              <a:buClr>
                <a:schemeClr val="dk1"/>
              </a:buClr>
              <a:buSzPts val="1600"/>
              <a:buChar char="–"/>
              <a:defRPr sz="1280"/>
            </a:lvl4pPr>
            <a:lvl5pPr indent="-330200" lvl="4" marL="2286000" algn="l">
              <a:lnSpc>
                <a:spcPct val="100000"/>
              </a:lnSpc>
              <a:spcBef>
                <a:spcPts val="256"/>
              </a:spcBef>
              <a:spcAft>
                <a:spcPts val="0"/>
              </a:spcAft>
              <a:buClr>
                <a:schemeClr val="dk1"/>
              </a:buClr>
              <a:buSzPts val="1600"/>
              <a:buChar char="»"/>
              <a:defRPr sz="1280"/>
            </a:lvl5pPr>
            <a:lvl6pPr indent="-330200" lvl="5" marL="2743200" algn="l">
              <a:lnSpc>
                <a:spcPct val="100000"/>
              </a:lnSpc>
              <a:spcBef>
                <a:spcPts val="256"/>
              </a:spcBef>
              <a:spcAft>
                <a:spcPts val="0"/>
              </a:spcAft>
              <a:buClr>
                <a:schemeClr val="dk1"/>
              </a:buClr>
              <a:buSzPts val="1600"/>
              <a:buChar char="•"/>
              <a:defRPr sz="1280"/>
            </a:lvl6pPr>
            <a:lvl7pPr indent="-330200" lvl="6" marL="3200400" algn="l">
              <a:lnSpc>
                <a:spcPct val="100000"/>
              </a:lnSpc>
              <a:spcBef>
                <a:spcPts val="256"/>
              </a:spcBef>
              <a:spcAft>
                <a:spcPts val="0"/>
              </a:spcAft>
              <a:buClr>
                <a:schemeClr val="dk1"/>
              </a:buClr>
              <a:buSzPts val="1600"/>
              <a:buChar char="•"/>
              <a:defRPr sz="1280"/>
            </a:lvl7pPr>
            <a:lvl8pPr indent="-330200" lvl="7" marL="3657600" algn="l">
              <a:lnSpc>
                <a:spcPct val="100000"/>
              </a:lnSpc>
              <a:spcBef>
                <a:spcPts val="256"/>
              </a:spcBef>
              <a:spcAft>
                <a:spcPts val="0"/>
              </a:spcAft>
              <a:buClr>
                <a:schemeClr val="dk1"/>
              </a:buClr>
              <a:buSzPts val="1600"/>
              <a:buChar char="•"/>
              <a:defRPr sz="1280"/>
            </a:lvl8pPr>
            <a:lvl9pPr indent="-330200" lvl="8" marL="4114800" algn="l">
              <a:lnSpc>
                <a:spcPct val="100000"/>
              </a:lnSpc>
              <a:spcBef>
                <a:spcPts val="256"/>
              </a:spcBef>
              <a:spcAft>
                <a:spcPts val="0"/>
              </a:spcAft>
              <a:buClr>
                <a:schemeClr val="dk1"/>
              </a:buClr>
              <a:buSzPts val="1600"/>
              <a:buChar char="•"/>
              <a:defRPr sz="1280"/>
            </a:lvl9pPr>
          </a:lstStyle>
          <a:p/>
        </p:txBody>
      </p:sp>
      <p:sp>
        <p:nvSpPr>
          <p:cNvPr id="50" name="Google Shape;50;p42"/>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2"/>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2"/>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3"/>
          <p:cNvSpPr txBox="1"/>
          <p:nvPr>
            <p:ph type="title"/>
          </p:nvPr>
        </p:nvSpPr>
        <p:spPr>
          <a:xfrm>
            <a:off x="365760" y="219710"/>
            <a:ext cx="6583680" cy="914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3"/>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3"/>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3"/>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4"/>
          <p:cNvSpPr txBox="1"/>
          <p:nvPr>
            <p:ph type="title"/>
          </p:nvPr>
        </p:nvSpPr>
        <p:spPr>
          <a:xfrm>
            <a:off x="365761" y="218440"/>
            <a:ext cx="2406650" cy="92964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1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4"/>
          <p:cNvSpPr txBox="1"/>
          <p:nvPr>
            <p:ph idx="1" type="body"/>
          </p:nvPr>
        </p:nvSpPr>
        <p:spPr>
          <a:xfrm>
            <a:off x="2860040" y="218441"/>
            <a:ext cx="4089400" cy="468249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512"/>
              </a:spcBef>
              <a:spcAft>
                <a:spcPts val="0"/>
              </a:spcAft>
              <a:buClr>
                <a:schemeClr val="dk1"/>
              </a:buClr>
              <a:buSzPts val="3200"/>
              <a:buChar char="•"/>
              <a:defRPr sz="2560"/>
            </a:lvl1pPr>
            <a:lvl2pPr indent="-406400" lvl="1" marL="914400" algn="l">
              <a:lnSpc>
                <a:spcPct val="100000"/>
              </a:lnSpc>
              <a:spcBef>
                <a:spcPts val="448"/>
              </a:spcBef>
              <a:spcAft>
                <a:spcPts val="0"/>
              </a:spcAft>
              <a:buClr>
                <a:schemeClr val="dk1"/>
              </a:buClr>
              <a:buSzPts val="2800"/>
              <a:buChar char="–"/>
              <a:defRPr sz="2240"/>
            </a:lvl2pPr>
            <a:lvl3pPr indent="-381000" lvl="2" marL="1371600" algn="l">
              <a:lnSpc>
                <a:spcPct val="100000"/>
              </a:lnSpc>
              <a:spcBef>
                <a:spcPts val="384"/>
              </a:spcBef>
              <a:spcAft>
                <a:spcPts val="0"/>
              </a:spcAft>
              <a:buClr>
                <a:schemeClr val="dk1"/>
              </a:buClr>
              <a:buSzPts val="2400"/>
              <a:buChar char="•"/>
              <a:defRPr sz="1920"/>
            </a:lvl3pPr>
            <a:lvl4pPr indent="-355600" lvl="3" marL="1828800" algn="l">
              <a:lnSpc>
                <a:spcPct val="100000"/>
              </a:lnSpc>
              <a:spcBef>
                <a:spcPts val="320"/>
              </a:spcBef>
              <a:spcAft>
                <a:spcPts val="0"/>
              </a:spcAft>
              <a:buClr>
                <a:schemeClr val="dk1"/>
              </a:buClr>
              <a:buSzPts val="2000"/>
              <a:buChar char="–"/>
              <a:defRPr sz="1600"/>
            </a:lvl4pPr>
            <a:lvl5pPr indent="-355600" lvl="4" marL="2286000" algn="l">
              <a:lnSpc>
                <a:spcPct val="100000"/>
              </a:lnSpc>
              <a:spcBef>
                <a:spcPts val="320"/>
              </a:spcBef>
              <a:spcAft>
                <a:spcPts val="0"/>
              </a:spcAft>
              <a:buClr>
                <a:schemeClr val="dk1"/>
              </a:buClr>
              <a:buSzPts val="2000"/>
              <a:buChar char="»"/>
              <a:defRPr sz="1600"/>
            </a:lvl5pPr>
            <a:lvl6pPr indent="-355600" lvl="5" marL="2743200" algn="l">
              <a:lnSpc>
                <a:spcPct val="100000"/>
              </a:lnSpc>
              <a:spcBef>
                <a:spcPts val="320"/>
              </a:spcBef>
              <a:spcAft>
                <a:spcPts val="0"/>
              </a:spcAft>
              <a:buClr>
                <a:schemeClr val="dk1"/>
              </a:buClr>
              <a:buSzPts val="2000"/>
              <a:buChar char="•"/>
              <a:defRPr sz="1600"/>
            </a:lvl6pPr>
            <a:lvl7pPr indent="-355600" lvl="6" marL="3200400" algn="l">
              <a:lnSpc>
                <a:spcPct val="100000"/>
              </a:lnSpc>
              <a:spcBef>
                <a:spcPts val="320"/>
              </a:spcBef>
              <a:spcAft>
                <a:spcPts val="0"/>
              </a:spcAft>
              <a:buClr>
                <a:schemeClr val="dk1"/>
              </a:buClr>
              <a:buSzPts val="2000"/>
              <a:buChar char="•"/>
              <a:defRPr sz="1600"/>
            </a:lvl7pPr>
            <a:lvl8pPr indent="-355600" lvl="7" marL="3657600" algn="l">
              <a:lnSpc>
                <a:spcPct val="100000"/>
              </a:lnSpc>
              <a:spcBef>
                <a:spcPts val="320"/>
              </a:spcBef>
              <a:spcAft>
                <a:spcPts val="0"/>
              </a:spcAft>
              <a:buClr>
                <a:schemeClr val="dk1"/>
              </a:buClr>
              <a:buSzPts val="2000"/>
              <a:buChar char="•"/>
              <a:defRPr sz="1600"/>
            </a:lvl8pPr>
            <a:lvl9pPr indent="-355600" lvl="8" marL="4114800" algn="l">
              <a:lnSpc>
                <a:spcPct val="100000"/>
              </a:lnSpc>
              <a:spcBef>
                <a:spcPts val="320"/>
              </a:spcBef>
              <a:spcAft>
                <a:spcPts val="0"/>
              </a:spcAft>
              <a:buClr>
                <a:schemeClr val="dk1"/>
              </a:buClr>
              <a:buSzPts val="2000"/>
              <a:buChar char="•"/>
              <a:defRPr sz="1600"/>
            </a:lvl9pPr>
          </a:lstStyle>
          <a:p/>
        </p:txBody>
      </p:sp>
      <p:sp>
        <p:nvSpPr>
          <p:cNvPr id="61" name="Google Shape;61;p44"/>
          <p:cNvSpPr txBox="1"/>
          <p:nvPr>
            <p:ph idx="2" type="body"/>
          </p:nvPr>
        </p:nvSpPr>
        <p:spPr>
          <a:xfrm>
            <a:off x="365761" y="1148081"/>
            <a:ext cx="2406650" cy="37528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24"/>
              </a:spcBef>
              <a:spcAft>
                <a:spcPts val="0"/>
              </a:spcAft>
              <a:buClr>
                <a:schemeClr val="dk1"/>
              </a:buClr>
              <a:buSzPts val="1400"/>
              <a:buNone/>
              <a:defRPr sz="1120"/>
            </a:lvl1pPr>
            <a:lvl2pPr indent="-228600" lvl="1" marL="914400" algn="l">
              <a:lnSpc>
                <a:spcPct val="100000"/>
              </a:lnSpc>
              <a:spcBef>
                <a:spcPts val="192"/>
              </a:spcBef>
              <a:spcAft>
                <a:spcPts val="0"/>
              </a:spcAft>
              <a:buClr>
                <a:schemeClr val="dk1"/>
              </a:buClr>
              <a:buSzPts val="1200"/>
              <a:buNone/>
              <a:defRPr sz="960"/>
            </a:lvl2pPr>
            <a:lvl3pPr indent="-228600" lvl="2" marL="1371600" algn="l">
              <a:lnSpc>
                <a:spcPct val="100000"/>
              </a:lnSpc>
              <a:spcBef>
                <a:spcPts val="160"/>
              </a:spcBef>
              <a:spcAft>
                <a:spcPts val="0"/>
              </a:spcAft>
              <a:buClr>
                <a:schemeClr val="dk1"/>
              </a:buClr>
              <a:buSzPts val="1000"/>
              <a:buNone/>
              <a:defRPr sz="800"/>
            </a:lvl3pPr>
            <a:lvl4pPr indent="-228600" lvl="3" marL="1828800" algn="l">
              <a:lnSpc>
                <a:spcPct val="100000"/>
              </a:lnSpc>
              <a:spcBef>
                <a:spcPts val="144"/>
              </a:spcBef>
              <a:spcAft>
                <a:spcPts val="0"/>
              </a:spcAft>
              <a:buClr>
                <a:schemeClr val="dk1"/>
              </a:buClr>
              <a:buSzPts val="900"/>
              <a:buNone/>
              <a:defRPr sz="720"/>
            </a:lvl4pPr>
            <a:lvl5pPr indent="-228600" lvl="4" marL="2286000" algn="l">
              <a:lnSpc>
                <a:spcPct val="100000"/>
              </a:lnSpc>
              <a:spcBef>
                <a:spcPts val="144"/>
              </a:spcBef>
              <a:spcAft>
                <a:spcPts val="0"/>
              </a:spcAft>
              <a:buClr>
                <a:schemeClr val="dk1"/>
              </a:buClr>
              <a:buSzPts val="900"/>
              <a:buNone/>
              <a:defRPr sz="720"/>
            </a:lvl5pPr>
            <a:lvl6pPr indent="-228600" lvl="5" marL="2743200" algn="l">
              <a:lnSpc>
                <a:spcPct val="100000"/>
              </a:lnSpc>
              <a:spcBef>
                <a:spcPts val="144"/>
              </a:spcBef>
              <a:spcAft>
                <a:spcPts val="0"/>
              </a:spcAft>
              <a:buClr>
                <a:schemeClr val="dk1"/>
              </a:buClr>
              <a:buSzPts val="900"/>
              <a:buNone/>
              <a:defRPr sz="720"/>
            </a:lvl6pPr>
            <a:lvl7pPr indent="-228600" lvl="6" marL="3200400" algn="l">
              <a:lnSpc>
                <a:spcPct val="100000"/>
              </a:lnSpc>
              <a:spcBef>
                <a:spcPts val="144"/>
              </a:spcBef>
              <a:spcAft>
                <a:spcPts val="0"/>
              </a:spcAft>
              <a:buClr>
                <a:schemeClr val="dk1"/>
              </a:buClr>
              <a:buSzPts val="900"/>
              <a:buNone/>
              <a:defRPr sz="720"/>
            </a:lvl7pPr>
            <a:lvl8pPr indent="-228600" lvl="7" marL="3657600" algn="l">
              <a:lnSpc>
                <a:spcPct val="100000"/>
              </a:lnSpc>
              <a:spcBef>
                <a:spcPts val="144"/>
              </a:spcBef>
              <a:spcAft>
                <a:spcPts val="0"/>
              </a:spcAft>
              <a:buClr>
                <a:schemeClr val="dk1"/>
              </a:buClr>
              <a:buSzPts val="900"/>
              <a:buNone/>
              <a:defRPr sz="720"/>
            </a:lvl8pPr>
            <a:lvl9pPr indent="-228600" lvl="8" marL="4114800" algn="l">
              <a:lnSpc>
                <a:spcPct val="100000"/>
              </a:lnSpc>
              <a:spcBef>
                <a:spcPts val="144"/>
              </a:spcBef>
              <a:spcAft>
                <a:spcPts val="0"/>
              </a:spcAft>
              <a:buClr>
                <a:schemeClr val="dk1"/>
              </a:buClr>
              <a:buSzPts val="900"/>
              <a:buNone/>
              <a:defRPr sz="720"/>
            </a:lvl9pPr>
          </a:lstStyle>
          <a:p/>
        </p:txBody>
      </p:sp>
      <p:sp>
        <p:nvSpPr>
          <p:cNvPr id="62" name="Google Shape;62;p44"/>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4"/>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4"/>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5"/>
          <p:cNvSpPr txBox="1"/>
          <p:nvPr>
            <p:ph type="title"/>
          </p:nvPr>
        </p:nvSpPr>
        <p:spPr>
          <a:xfrm>
            <a:off x="1433830" y="3840480"/>
            <a:ext cx="4389120" cy="45339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1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5"/>
          <p:cNvSpPr/>
          <p:nvPr>
            <p:ph idx="2" type="pic"/>
          </p:nvPr>
        </p:nvSpPr>
        <p:spPr>
          <a:xfrm>
            <a:off x="1433830" y="490220"/>
            <a:ext cx="4389120" cy="3291840"/>
          </a:xfrm>
          <a:prstGeom prst="rect">
            <a:avLst/>
          </a:prstGeom>
          <a:noFill/>
          <a:ln>
            <a:noFill/>
          </a:ln>
        </p:spPr>
      </p:sp>
      <p:sp>
        <p:nvSpPr>
          <p:cNvPr id="68" name="Google Shape;68;p45"/>
          <p:cNvSpPr txBox="1"/>
          <p:nvPr>
            <p:ph idx="1" type="body"/>
          </p:nvPr>
        </p:nvSpPr>
        <p:spPr>
          <a:xfrm>
            <a:off x="1433830" y="4293870"/>
            <a:ext cx="4389120" cy="64389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24"/>
              </a:spcBef>
              <a:spcAft>
                <a:spcPts val="0"/>
              </a:spcAft>
              <a:buClr>
                <a:schemeClr val="dk1"/>
              </a:buClr>
              <a:buSzPts val="1400"/>
              <a:buNone/>
              <a:defRPr sz="1120"/>
            </a:lvl1pPr>
            <a:lvl2pPr indent="-228600" lvl="1" marL="914400" algn="l">
              <a:lnSpc>
                <a:spcPct val="100000"/>
              </a:lnSpc>
              <a:spcBef>
                <a:spcPts val="192"/>
              </a:spcBef>
              <a:spcAft>
                <a:spcPts val="0"/>
              </a:spcAft>
              <a:buClr>
                <a:schemeClr val="dk1"/>
              </a:buClr>
              <a:buSzPts val="1200"/>
              <a:buNone/>
              <a:defRPr sz="960"/>
            </a:lvl2pPr>
            <a:lvl3pPr indent="-228600" lvl="2" marL="1371600" algn="l">
              <a:lnSpc>
                <a:spcPct val="100000"/>
              </a:lnSpc>
              <a:spcBef>
                <a:spcPts val="160"/>
              </a:spcBef>
              <a:spcAft>
                <a:spcPts val="0"/>
              </a:spcAft>
              <a:buClr>
                <a:schemeClr val="dk1"/>
              </a:buClr>
              <a:buSzPts val="1000"/>
              <a:buNone/>
              <a:defRPr sz="800"/>
            </a:lvl3pPr>
            <a:lvl4pPr indent="-228600" lvl="3" marL="1828800" algn="l">
              <a:lnSpc>
                <a:spcPct val="100000"/>
              </a:lnSpc>
              <a:spcBef>
                <a:spcPts val="144"/>
              </a:spcBef>
              <a:spcAft>
                <a:spcPts val="0"/>
              </a:spcAft>
              <a:buClr>
                <a:schemeClr val="dk1"/>
              </a:buClr>
              <a:buSzPts val="900"/>
              <a:buNone/>
              <a:defRPr sz="720"/>
            </a:lvl4pPr>
            <a:lvl5pPr indent="-228600" lvl="4" marL="2286000" algn="l">
              <a:lnSpc>
                <a:spcPct val="100000"/>
              </a:lnSpc>
              <a:spcBef>
                <a:spcPts val="144"/>
              </a:spcBef>
              <a:spcAft>
                <a:spcPts val="0"/>
              </a:spcAft>
              <a:buClr>
                <a:schemeClr val="dk1"/>
              </a:buClr>
              <a:buSzPts val="900"/>
              <a:buNone/>
              <a:defRPr sz="720"/>
            </a:lvl5pPr>
            <a:lvl6pPr indent="-228600" lvl="5" marL="2743200" algn="l">
              <a:lnSpc>
                <a:spcPct val="100000"/>
              </a:lnSpc>
              <a:spcBef>
                <a:spcPts val="144"/>
              </a:spcBef>
              <a:spcAft>
                <a:spcPts val="0"/>
              </a:spcAft>
              <a:buClr>
                <a:schemeClr val="dk1"/>
              </a:buClr>
              <a:buSzPts val="900"/>
              <a:buNone/>
              <a:defRPr sz="720"/>
            </a:lvl6pPr>
            <a:lvl7pPr indent="-228600" lvl="6" marL="3200400" algn="l">
              <a:lnSpc>
                <a:spcPct val="100000"/>
              </a:lnSpc>
              <a:spcBef>
                <a:spcPts val="144"/>
              </a:spcBef>
              <a:spcAft>
                <a:spcPts val="0"/>
              </a:spcAft>
              <a:buClr>
                <a:schemeClr val="dk1"/>
              </a:buClr>
              <a:buSzPts val="900"/>
              <a:buNone/>
              <a:defRPr sz="720"/>
            </a:lvl7pPr>
            <a:lvl8pPr indent="-228600" lvl="7" marL="3657600" algn="l">
              <a:lnSpc>
                <a:spcPct val="100000"/>
              </a:lnSpc>
              <a:spcBef>
                <a:spcPts val="144"/>
              </a:spcBef>
              <a:spcAft>
                <a:spcPts val="0"/>
              </a:spcAft>
              <a:buClr>
                <a:schemeClr val="dk1"/>
              </a:buClr>
              <a:buSzPts val="900"/>
              <a:buNone/>
              <a:defRPr sz="720"/>
            </a:lvl8pPr>
            <a:lvl9pPr indent="-228600" lvl="8" marL="4114800" algn="l">
              <a:lnSpc>
                <a:spcPct val="100000"/>
              </a:lnSpc>
              <a:spcBef>
                <a:spcPts val="144"/>
              </a:spcBef>
              <a:spcAft>
                <a:spcPts val="0"/>
              </a:spcAft>
              <a:buClr>
                <a:schemeClr val="dk1"/>
              </a:buClr>
              <a:buSzPts val="900"/>
              <a:buNone/>
              <a:defRPr sz="720"/>
            </a:lvl9pPr>
          </a:lstStyle>
          <a:p/>
        </p:txBody>
      </p:sp>
      <p:sp>
        <p:nvSpPr>
          <p:cNvPr id="69" name="Google Shape;69;p45"/>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5"/>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5"/>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6"/>
          <p:cNvSpPr txBox="1"/>
          <p:nvPr>
            <p:ph type="title"/>
          </p:nvPr>
        </p:nvSpPr>
        <p:spPr>
          <a:xfrm>
            <a:off x="365760" y="219710"/>
            <a:ext cx="6583680" cy="914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6"/>
          <p:cNvSpPr txBox="1"/>
          <p:nvPr>
            <p:ph idx="1" type="body"/>
          </p:nvPr>
        </p:nvSpPr>
        <p:spPr>
          <a:xfrm rot="5400000">
            <a:off x="1847216" y="-201294"/>
            <a:ext cx="3620770" cy="658368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288"/>
              </a:spcBef>
              <a:spcAft>
                <a:spcPts val="0"/>
              </a:spcAft>
              <a:buClr>
                <a:schemeClr val="dk1"/>
              </a:buClr>
              <a:buSzPts val="1800"/>
              <a:buChar char="•"/>
              <a:defRPr/>
            </a:lvl1pPr>
            <a:lvl2pPr indent="-342900" lvl="1" marL="914400" algn="l">
              <a:lnSpc>
                <a:spcPct val="100000"/>
              </a:lnSpc>
              <a:spcBef>
                <a:spcPts val="288"/>
              </a:spcBef>
              <a:spcAft>
                <a:spcPts val="0"/>
              </a:spcAft>
              <a:buClr>
                <a:schemeClr val="dk1"/>
              </a:buClr>
              <a:buSzPts val="1800"/>
              <a:buChar char="–"/>
              <a:defRPr/>
            </a:lvl2pPr>
            <a:lvl3pPr indent="-342900" lvl="2" marL="1371600" algn="l">
              <a:lnSpc>
                <a:spcPct val="100000"/>
              </a:lnSpc>
              <a:spcBef>
                <a:spcPts val="288"/>
              </a:spcBef>
              <a:spcAft>
                <a:spcPts val="0"/>
              </a:spcAft>
              <a:buClr>
                <a:schemeClr val="dk1"/>
              </a:buClr>
              <a:buSzPts val="1800"/>
              <a:buChar char="•"/>
              <a:defRPr/>
            </a:lvl3pPr>
            <a:lvl4pPr indent="-342900" lvl="3" marL="1828800" algn="l">
              <a:lnSpc>
                <a:spcPct val="100000"/>
              </a:lnSpc>
              <a:spcBef>
                <a:spcPts val="288"/>
              </a:spcBef>
              <a:spcAft>
                <a:spcPts val="0"/>
              </a:spcAft>
              <a:buClr>
                <a:schemeClr val="dk1"/>
              </a:buClr>
              <a:buSzPts val="1800"/>
              <a:buChar char="–"/>
              <a:defRPr/>
            </a:lvl4pPr>
            <a:lvl5pPr indent="-342900" lvl="4" marL="2286000" algn="l">
              <a:lnSpc>
                <a:spcPct val="100000"/>
              </a:lnSpc>
              <a:spcBef>
                <a:spcPts val="288"/>
              </a:spcBef>
              <a:spcAft>
                <a:spcPts val="0"/>
              </a:spcAft>
              <a:buClr>
                <a:schemeClr val="dk1"/>
              </a:buClr>
              <a:buSzPts val="1800"/>
              <a:buChar char="»"/>
              <a:defRPr/>
            </a:lvl5pPr>
            <a:lvl6pPr indent="-342900" lvl="5" marL="2743200" algn="l">
              <a:lnSpc>
                <a:spcPct val="100000"/>
              </a:lnSpc>
              <a:spcBef>
                <a:spcPts val="288"/>
              </a:spcBef>
              <a:spcAft>
                <a:spcPts val="0"/>
              </a:spcAft>
              <a:buClr>
                <a:schemeClr val="dk1"/>
              </a:buClr>
              <a:buSzPts val="1800"/>
              <a:buChar char="•"/>
              <a:defRPr/>
            </a:lvl6pPr>
            <a:lvl7pPr indent="-342900" lvl="6" marL="3200400" algn="l">
              <a:lnSpc>
                <a:spcPct val="100000"/>
              </a:lnSpc>
              <a:spcBef>
                <a:spcPts val="288"/>
              </a:spcBef>
              <a:spcAft>
                <a:spcPts val="0"/>
              </a:spcAft>
              <a:buClr>
                <a:schemeClr val="dk1"/>
              </a:buClr>
              <a:buSzPts val="1800"/>
              <a:buChar char="•"/>
              <a:defRPr/>
            </a:lvl7pPr>
            <a:lvl8pPr indent="-342900" lvl="7" marL="3657600" algn="l">
              <a:lnSpc>
                <a:spcPct val="100000"/>
              </a:lnSpc>
              <a:spcBef>
                <a:spcPts val="288"/>
              </a:spcBef>
              <a:spcAft>
                <a:spcPts val="0"/>
              </a:spcAft>
              <a:buClr>
                <a:schemeClr val="dk1"/>
              </a:buClr>
              <a:buSzPts val="1800"/>
              <a:buChar char="•"/>
              <a:defRPr/>
            </a:lvl8pPr>
            <a:lvl9pPr indent="-342900" lvl="8" marL="4114800" algn="l">
              <a:lnSpc>
                <a:spcPct val="100000"/>
              </a:lnSpc>
              <a:spcBef>
                <a:spcPts val="288"/>
              </a:spcBef>
              <a:spcAft>
                <a:spcPts val="0"/>
              </a:spcAft>
              <a:buClr>
                <a:schemeClr val="dk1"/>
              </a:buClr>
              <a:buSzPts val="1800"/>
              <a:buChar char="•"/>
              <a:defRPr/>
            </a:lvl9pPr>
          </a:lstStyle>
          <a:p/>
        </p:txBody>
      </p:sp>
      <p:sp>
        <p:nvSpPr>
          <p:cNvPr id="75" name="Google Shape;75;p46"/>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6"/>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6"/>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7"/>
          <p:cNvSpPr txBox="1"/>
          <p:nvPr>
            <p:ph type="title"/>
          </p:nvPr>
        </p:nvSpPr>
        <p:spPr>
          <a:xfrm rot="5400000">
            <a:off x="3785871" y="1737361"/>
            <a:ext cx="4681220" cy="164592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7"/>
          <p:cNvSpPr txBox="1"/>
          <p:nvPr>
            <p:ph idx="1" type="body"/>
          </p:nvPr>
        </p:nvSpPr>
        <p:spPr>
          <a:xfrm rot="5400000">
            <a:off x="433071" y="152400"/>
            <a:ext cx="4681220" cy="48158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288"/>
              </a:spcBef>
              <a:spcAft>
                <a:spcPts val="0"/>
              </a:spcAft>
              <a:buClr>
                <a:schemeClr val="dk1"/>
              </a:buClr>
              <a:buSzPts val="1800"/>
              <a:buChar char="•"/>
              <a:defRPr/>
            </a:lvl1pPr>
            <a:lvl2pPr indent="-342900" lvl="1" marL="914400" algn="l">
              <a:lnSpc>
                <a:spcPct val="100000"/>
              </a:lnSpc>
              <a:spcBef>
                <a:spcPts val="288"/>
              </a:spcBef>
              <a:spcAft>
                <a:spcPts val="0"/>
              </a:spcAft>
              <a:buClr>
                <a:schemeClr val="dk1"/>
              </a:buClr>
              <a:buSzPts val="1800"/>
              <a:buChar char="–"/>
              <a:defRPr/>
            </a:lvl2pPr>
            <a:lvl3pPr indent="-342900" lvl="2" marL="1371600" algn="l">
              <a:lnSpc>
                <a:spcPct val="100000"/>
              </a:lnSpc>
              <a:spcBef>
                <a:spcPts val="288"/>
              </a:spcBef>
              <a:spcAft>
                <a:spcPts val="0"/>
              </a:spcAft>
              <a:buClr>
                <a:schemeClr val="dk1"/>
              </a:buClr>
              <a:buSzPts val="1800"/>
              <a:buChar char="•"/>
              <a:defRPr/>
            </a:lvl3pPr>
            <a:lvl4pPr indent="-342900" lvl="3" marL="1828800" algn="l">
              <a:lnSpc>
                <a:spcPct val="100000"/>
              </a:lnSpc>
              <a:spcBef>
                <a:spcPts val="288"/>
              </a:spcBef>
              <a:spcAft>
                <a:spcPts val="0"/>
              </a:spcAft>
              <a:buClr>
                <a:schemeClr val="dk1"/>
              </a:buClr>
              <a:buSzPts val="1800"/>
              <a:buChar char="–"/>
              <a:defRPr/>
            </a:lvl4pPr>
            <a:lvl5pPr indent="-342900" lvl="4" marL="2286000" algn="l">
              <a:lnSpc>
                <a:spcPct val="100000"/>
              </a:lnSpc>
              <a:spcBef>
                <a:spcPts val="288"/>
              </a:spcBef>
              <a:spcAft>
                <a:spcPts val="0"/>
              </a:spcAft>
              <a:buClr>
                <a:schemeClr val="dk1"/>
              </a:buClr>
              <a:buSzPts val="1800"/>
              <a:buChar char="»"/>
              <a:defRPr/>
            </a:lvl5pPr>
            <a:lvl6pPr indent="-342900" lvl="5" marL="2743200" algn="l">
              <a:lnSpc>
                <a:spcPct val="100000"/>
              </a:lnSpc>
              <a:spcBef>
                <a:spcPts val="288"/>
              </a:spcBef>
              <a:spcAft>
                <a:spcPts val="0"/>
              </a:spcAft>
              <a:buClr>
                <a:schemeClr val="dk1"/>
              </a:buClr>
              <a:buSzPts val="1800"/>
              <a:buChar char="•"/>
              <a:defRPr/>
            </a:lvl6pPr>
            <a:lvl7pPr indent="-342900" lvl="6" marL="3200400" algn="l">
              <a:lnSpc>
                <a:spcPct val="100000"/>
              </a:lnSpc>
              <a:spcBef>
                <a:spcPts val="288"/>
              </a:spcBef>
              <a:spcAft>
                <a:spcPts val="0"/>
              </a:spcAft>
              <a:buClr>
                <a:schemeClr val="dk1"/>
              </a:buClr>
              <a:buSzPts val="1800"/>
              <a:buChar char="•"/>
              <a:defRPr/>
            </a:lvl7pPr>
            <a:lvl8pPr indent="-342900" lvl="7" marL="3657600" algn="l">
              <a:lnSpc>
                <a:spcPct val="100000"/>
              </a:lnSpc>
              <a:spcBef>
                <a:spcPts val="288"/>
              </a:spcBef>
              <a:spcAft>
                <a:spcPts val="0"/>
              </a:spcAft>
              <a:buClr>
                <a:schemeClr val="dk1"/>
              </a:buClr>
              <a:buSzPts val="1800"/>
              <a:buChar char="•"/>
              <a:defRPr/>
            </a:lvl8pPr>
            <a:lvl9pPr indent="-342900" lvl="8" marL="4114800" algn="l">
              <a:lnSpc>
                <a:spcPct val="100000"/>
              </a:lnSpc>
              <a:spcBef>
                <a:spcPts val="288"/>
              </a:spcBef>
              <a:spcAft>
                <a:spcPts val="0"/>
              </a:spcAft>
              <a:buClr>
                <a:schemeClr val="dk1"/>
              </a:buClr>
              <a:buSzPts val="1800"/>
              <a:buChar char="•"/>
              <a:defRPr/>
            </a:lvl9pPr>
          </a:lstStyle>
          <a:p/>
        </p:txBody>
      </p:sp>
      <p:sp>
        <p:nvSpPr>
          <p:cNvPr id="81" name="Google Shape;81;p47"/>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7"/>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7"/>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sp>
        <p:nvSpPr>
          <p:cNvPr id="85" name="Google Shape;85;p48"/>
          <p:cNvSpPr txBox="1"/>
          <p:nvPr>
            <p:ph type="title"/>
          </p:nvPr>
        </p:nvSpPr>
        <p:spPr>
          <a:xfrm>
            <a:off x="498720" y="712040"/>
            <a:ext cx="13632960" cy="91632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86" name="Google Shape;86;p48"/>
          <p:cNvSpPr txBox="1"/>
          <p:nvPr>
            <p:ph idx="1" type="body"/>
          </p:nvPr>
        </p:nvSpPr>
        <p:spPr>
          <a:xfrm>
            <a:off x="498720" y="1843960"/>
            <a:ext cx="13632960" cy="546624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87" name="Google Shape;87;p48"/>
          <p:cNvSpPr txBox="1"/>
          <p:nvPr>
            <p:ph idx="12" type="sldNum"/>
          </p:nvPr>
        </p:nvSpPr>
        <p:spPr>
          <a:xfrm>
            <a:off x="13555933" y="7461147"/>
            <a:ext cx="877920" cy="62976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89" name="Shape 8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90" name="Shape 90"/>
        <p:cNvGrpSpPr/>
        <p:nvPr/>
      </p:nvGrpSpPr>
      <p:grpSpPr>
        <a:xfrm>
          <a:off x="0" y="0"/>
          <a:ext cx="0" cy="0"/>
          <a:chOff x="0" y="0"/>
          <a:chExt cx="0" cy="0"/>
        </a:xfrm>
      </p:grpSpPr>
      <p:sp>
        <p:nvSpPr>
          <p:cNvPr id="91" name="Google Shape;91;p17"/>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7"/>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93" name="Shape 93"/>
        <p:cNvGrpSpPr/>
        <p:nvPr/>
      </p:nvGrpSpPr>
      <p:grpSpPr>
        <a:xfrm>
          <a:off x="0" y="0"/>
          <a:ext cx="0" cy="0"/>
          <a:chOff x="0" y="0"/>
          <a:chExt cx="0" cy="0"/>
        </a:xfrm>
      </p:grpSpPr>
      <p:sp>
        <p:nvSpPr>
          <p:cNvPr id="94" name="Google Shape;94;p18"/>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8"/>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96" name="Shape 96"/>
        <p:cNvGrpSpPr/>
        <p:nvPr/>
      </p:nvGrpSpPr>
      <p:grpSpPr>
        <a:xfrm>
          <a:off x="0" y="0"/>
          <a:ext cx="0" cy="0"/>
          <a:chOff x="0" y="0"/>
          <a:chExt cx="0" cy="0"/>
        </a:xfrm>
      </p:grpSpPr>
      <p:sp>
        <p:nvSpPr>
          <p:cNvPr id="97" name="Google Shape;97;p19"/>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9"/>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99" name="Shape 99"/>
        <p:cNvGrpSpPr/>
        <p:nvPr/>
      </p:nvGrpSpPr>
      <p:grpSpPr>
        <a:xfrm>
          <a:off x="0" y="0"/>
          <a:ext cx="0" cy="0"/>
          <a:chOff x="0" y="0"/>
          <a:chExt cx="0" cy="0"/>
        </a:xfrm>
      </p:grpSpPr>
      <p:sp>
        <p:nvSpPr>
          <p:cNvPr id="100" name="Google Shape;100;p20"/>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0"/>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102" name="Shape 102"/>
        <p:cNvGrpSpPr/>
        <p:nvPr/>
      </p:nvGrpSpPr>
      <p:grpSpPr>
        <a:xfrm>
          <a:off x="0" y="0"/>
          <a:ext cx="0" cy="0"/>
          <a:chOff x="0" y="0"/>
          <a:chExt cx="0" cy="0"/>
        </a:xfrm>
      </p:grpSpPr>
      <p:sp>
        <p:nvSpPr>
          <p:cNvPr id="103" name="Google Shape;103;p21"/>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1"/>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105" name="Shape 105"/>
        <p:cNvGrpSpPr/>
        <p:nvPr/>
      </p:nvGrpSpPr>
      <p:grpSpPr>
        <a:xfrm>
          <a:off x="0" y="0"/>
          <a:ext cx="0" cy="0"/>
          <a:chOff x="0" y="0"/>
          <a:chExt cx="0" cy="0"/>
        </a:xfrm>
      </p:grpSpPr>
      <p:sp>
        <p:nvSpPr>
          <p:cNvPr id="106" name="Google Shape;106;p22"/>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2"/>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108" name="Shape 108"/>
        <p:cNvGrpSpPr/>
        <p:nvPr/>
      </p:nvGrpSpPr>
      <p:grpSpPr>
        <a:xfrm>
          <a:off x="0" y="0"/>
          <a:ext cx="0" cy="0"/>
          <a:chOff x="0" y="0"/>
          <a:chExt cx="0" cy="0"/>
        </a:xfrm>
      </p:grpSpPr>
      <p:sp>
        <p:nvSpPr>
          <p:cNvPr id="109" name="Google Shape;109;p23"/>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3"/>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111" name="Shape 111"/>
        <p:cNvGrpSpPr/>
        <p:nvPr/>
      </p:nvGrpSpPr>
      <p:grpSpPr>
        <a:xfrm>
          <a:off x="0" y="0"/>
          <a:ext cx="0" cy="0"/>
          <a:chOff x="0" y="0"/>
          <a:chExt cx="0" cy="0"/>
        </a:xfrm>
      </p:grpSpPr>
      <p:sp>
        <p:nvSpPr>
          <p:cNvPr id="112" name="Google Shape;112;p24"/>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4"/>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114" name="Shape 114"/>
        <p:cNvGrpSpPr/>
        <p:nvPr/>
      </p:nvGrpSpPr>
      <p:grpSpPr>
        <a:xfrm>
          <a:off x="0" y="0"/>
          <a:ext cx="0" cy="0"/>
          <a:chOff x="0" y="0"/>
          <a:chExt cx="0" cy="0"/>
        </a:xfrm>
      </p:grpSpPr>
      <p:sp>
        <p:nvSpPr>
          <p:cNvPr id="115" name="Google Shape;115;p25"/>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5"/>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117" name="Shape 117"/>
        <p:cNvGrpSpPr/>
        <p:nvPr/>
      </p:nvGrpSpPr>
      <p:grpSpPr>
        <a:xfrm>
          <a:off x="0" y="0"/>
          <a:ext cx="0" cy="0"/>
          <a:chOff x="0" y="0"/>
          <a:chExt cx="0" cy="0"/>
        </a:xfrm>
      </p:grpSpPr>
      <p:sp>
        <p:nvSpPr>
          <p:cNvPr id="118" name="Google Shape;118;p26"/>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6"/>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120" name="Shape 120"/>
        <p:cNvGrpSpPr/>
        <p:nvPr/>
      </p:nvGrpSpPr>
      <p:grpSpPr>
        <a:xfrm>
          <a:off x="0" y="0"/>
          <a:ext cx="0" cy="0"/>
          <a:chOff x="0" y="0"/>
          <a:chExt cx="0" cy="0"/>
        </a:xfrm>
      </p:grpSpPr>
      <p:sp>
        <p:nvSpPr>
          <p:cNvPr id="121" name="Google Shape;121;p27"/>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7"/>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123" name="Shape 123"/>
        <p:cNvGrpSpPr/>
        <p:nvPr/>
      </p:nvGrpSpPr>
      <p:grpSpPr>
        <a:xfrm>
          <a:off x="0" y="0"/>
          <a:ext cx="0" cy="0"/>
          <a:chOff x="0" y="0"/>
          <a:chExt cx="0" cy="0"/>
        </a:xfrm>
      </p:grpSpPr>
      <p:sp>
        <p:nvSpPr>
          <p:cNvPr id="124" name="Google Shape;124;p28"/>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8"/>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126" name="Shape 126"/>
        <p:cNvGrpSpPr/>
        <p:nvPr/>
      </p:nvGrpSpPr>
      <p:grpSpPr>
        <a:xfrm>
          <a:off x="0" y="0"/>
          <a:ext cx="0" cy="0"/>
          <a:chOff x="0" y="0"/>
          <a:chExt cx="0" cy="0"/>
        </a:xfrm>
      </p:grpSpPr>
      <p:sp>
        <p:nvSpPr>
          <p:cNvPr id="127" name="Google Shape;127;p29"/>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9"/>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129" name="Shape 129"/>
        <p:cNvGrpSpPr/>
        <p:nvPr/>
      </p:nvGrpSpPr>
      <p:grpSpPr>
        <a:xfrm>
          <a:off x="0" y="0"/>
          <a:ext cx="0" cy="0"/>
          <a:chOff x="0" y="0"/>
          <a:chExt cx="0" cy="0"/>
        </a:xfrm>
      </p:grpSpPr>
      <p:sp>
        <p:nvSpPr>
          <p:cNvPr id="130" name="Google Shape;130;p30"/>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0"/>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132" name="Shape 132"/>
        <p:cNvGrpSpPr/>
        <p:nvPr/>
      </p:nvGrpSpPr>
      <p:grpSpPr>
        <a:xfrm>
          <a:off x="0" y="0"/>
          <a:ext cx="0" cy="0"/>
          <a:chOff x="0" y="0"/>
          <a:chExt cx="0" cy="0"/>
        </a:xfrm>
      </p:grpSpPr>
      <p:sp>
        <p:nvSpPr>
          <p:cNvPr id="133" name="Google Shape;133;p31"/>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1"/>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theme" Target="../theme/theme2.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365760" y="219710"/>
            <a:ext cx="6583680" cy="9144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6"/>
          <p:cNvSpPr txBox="1"/>
          <p:nvPr>
            <p:ph idx="1" type="body"/>
          </p:nvPr>
        </p:nvSpPr>
        <p:spPr>
          <a:xfrm>
            <a:off x="365760" y="1280161"/>
            <a:ext cx="6583680" cy="362077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365760" y="5085080"/>
            <a:ext cx="1706880" cy="292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6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2499360" y="5085080"/>
            <a:ext cx="2316480" cy="292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6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44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5242560" y="5085080"/>
            <a:ext cx="1706880" cy="292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9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1.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5.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32.png"/><Relationship Id="rId5" Type="http://schemas.openxmlformats.org/officeDocument/2006/relationships/image" Target="../media/image23.png"/><Relationship Id="rId6"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20.png"/><Relationship Id="rId6"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6.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3"/>
          <p:cNvSpPr/>
          <p:nvPr/>
        </p:nvSpPr>
        <p:spPr>
          <a:xfrm>
            <a:off x="2878440" y="4790940"/>
            <a:ext cx="5892000" cy="57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73125" lIns="73125" spcFirstLastPara="1" rIns="73125" wrap="square" tIns="73125">
            <a:noAutofit/>
          </a:bodyPr>
          <a:lstStyle/>
          <a:p>
            <a:pPr indent="0" lvl="0" marL="0" marR="0" rtl="0" algn="ctr">
              <a:lnSpc>
                <a:spcPct val="100000"/>
              </a:lnSpc>
              <a:spcBef>
                <a:spcPts val="0"/>
              </a:spcBef>
              <a:spcAft>
                <a:spcPts val="0"/>
              </a:spcAft>
              <a:buNone/>
            </a:pPr>
            <a:r>
              <a:rPr b="0" i="0" lang="en-US" sz="2080" u="none" cap="none" strike="noStrike">
                <a:solidFill>
                  <a:srgbClr val="000000"/>
                </a:solidFill>
                <a:latin typeface="Calibri"/>
                <a:ea typeface="Calibri"/>
                <a:cs typeface="Calibri"/>
                <a:sym typeface="Calibri"/>
              </a:rPr>
              <a:t>NOMBRE DEL TUTOR</a:t>
            </a:r>
            <a:endParaRPr b="0" i="0" sz="2080" u="none" cap="none" strike="noStrike">
              <a:solidFill>
                <a:srgbClr val="000000"/>
              </a:solidFill>
              <a:latin typeface="Calibri"/>
              <a:ea typeface="Calibri"/>
              <a:cs typeface="Calibri"/>
              <a:sym typeface="Calibri"/>
            </a:endParaRPr>
          </a:p>
        </p:txBody>
      </p:sp>
      <p:sp>
        <p:nvSpPr>
          <p:cNvPr id="140" name="Google Shape;140;p33"/>
          <p:cNvSpPr/>
          <p:nvPr/>
        </p:nvSpPr>
        <p:spPr>
          <a:xfrm>
            <a:off x="1871004" y="3825000"/>
            <a:ext cx="8113680" cy="57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73125" lIns="73125" spcFirstLastPara="1" rIns="73125" wrap="square" tIns="73125">
            <a:noAutofit/>
          </a:bodyPr>
          <a:lstStyle/>
          <a:p>
            <a:pPr indent="0" lvl="0" marL="0" marR="0" rtl="0" algn="ctr">
              <a:lnSpc>
                <a:spcPct val="100000"/>
              </a:lnSpc>
              <a:spcBef>
                <a:spcPts val="0"/>
              </a:spcBef>
              <a:spcAft>
                <a:spcPts val="0"/>
              </a:spcAft>
              <a:buNone/>
            </a:pPr>
            <a:r>
              <a:rPr b="0" i="0" lang="en-US" sz="2480" u="none" cap="none" strike="noStrike">
                <a:solidFill>
                  <a:srgbClr val="000000"/>
                </a:solidFill>
                <a:latin typeface="Calibri"/>
                <a:ea typeface="Calibri"/>
                <a:cs typeface="Calibri"/>
                <a:sym typeface="Calibri"/>
              </a:rPr>
              <a:t>BASES DE DATOS 2</a:t>
            </a:r>
            <a:endParaRPr b="0" i="0" sz="2480" u="none" cap="none" strike="noStrike">
              <a:solidFill>
                <a:srgbClr val="000000"/>
              </a:solidFill>
              <a:latin typeface="Calibri"/>
              <a:ea typeface="Calibri"/>
              <a:cs typeface="Calibri"/>
              <a:sym typeface="Calibri"/>
            </a:endParaRPr>
          </a:p>
        </p:txBody>
      </p:sp>
      <p:graphicFrame>
        <p:nvGraphicFramePr>
          <p:cNvPr id="141" name="Google Shape;141;p33"/>
          <p:cNvGraphicFramePr/>
          <p:nvPr/>
        </p:nvGraphicFramePr>
        <p:xfrm>
          <a:off x="9387840" y="1615440"/>
          <a:ext cx="3000000" cy="3000000"/>
        </p:xfrm>
        <a:graphic>
          <a:graphicData uri="http://schemas.openxmlformats.org/drawingml/2006/table">
            <a:tbl>
              <a:tblPr bandRow="1" firstRow="1">
                <a:noFill/>
                <a:tableStyleId>{71A379ED-E46A-46C5-8FC5-D68A69D4927A}</a:tableStyleId>
              </a:tblPr>
              <a:tblGrid>
                <a:gridCol w="1889750"/>
                <a:gridCol w="2987050"/>
              </a:tblGrid>
              <a:tr h="548650">
                <a:tc>
                  <a:txBody>
                    <a:bodyPr/>
                    <a:lstStyle/>
                    <a:p>
                      <a:pPr indent="0" lvl="0" marL="0" marR="0" rtl="0" algn="l">
                        <a:lnSpc>
                          <a:spcPct val="100000"/>
                        </a:lnSpc>
                        <a:spcBef>
                          <a:spcPts val="0"/>
                        </a:spcBef>
                        <a:spcAft>
                          <a:spcPts val="0"/>
                        </a:spcAft>
                        <a:buNone/>
                      </a:pPr>
                      <a:r>
                        <a:rPr lang="en-US" sz="2200" u="none" cap="none" strike="noStrike">
                          <a:solidFill>
                            <a:schemeClr val="dk1"/>
                          </a:solidFill>
                        </a:rPr>
                        <a:t>Día, Fecha:</a:t>
                      </a:r>
                      <a:endParaRPr/>
                    </a:p>
                  </a:txBody>
                  <a:tcPr marT="36575" marB="3657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200" u="none" cap="none" strike="noStrike">
                          <a:solidFill>
                            <a:schemeClr val="dk1"/>
                          </a:solidFill>
                        </a:rPr>
                        <a:t>Miércoles 01/01/2026</a:t>
                      </a:r>
                      <a:endParaRPr/>
                    </a:p>
                  </a:txBody>
                  <a:tcPr marT="36575" marB="3657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8650">
                <a:tc>
                  <a:txBody>
                    <a:bodyPr/>
                    <a:lstStyle/>
                    <a:p>
                      <a:pPr indent="0" lvl="0" marL="0" marR="0" rtl="0" algn="l">
                        <a:lnSpc>
                          <a:spcPct val="100000"/>
                        </a:lnSpc>
                        <a:spcBef>
                          <a:spcPts val="0"/>
                        </a:spcBef>
                        <a:spcAft>
                          <a:spcPts val="0"/>
                        </a:spcAft>
                        <a:buNone/>
                      </a:pPr>
                      <a:r>
                        <a:rPr b="1" lang="en-US" sz="2200" u="none" cap="none" strike="noStrike">
                          <a:solidFill>
                            <a:schemeClr val="dk1"/>
                          </a:solidFill>
                        </a:rPr>
                        <a:t>Hora Inicio</a:t>
                      </a:r>
                      <a:endParaRPr/>
                    </a:p>
                  </a:txBody>
                  <a:tcPr marT="36575" marB="3657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200" u="none" cap="none" strike="noStrike">
                          <a:solidFill>
                            <a:schemeClr val="dk1"/>
                          </a:solidFill>
                        </a:rPr>
                        <a:t>17:30</a:t>
                      </a:r>
                      <a:endParaRPr/>
                    </a:p>
                  </a:txBody>
                  <a:tcPr marT="36575" marB="36575" marR="73150" marL="73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4"/>
          <p:cNvSpPr/>
          <p:nvPr/>
        </p:nvSpPr>
        <p:spPr>
          <a:xfrm>
            <a:off x="10033047" y="4817502"/>
            <a:ext cx="3328147" cy="329184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47" name="Google Shape;147;p34"/>
          <p:cNvSpPr txBox="1"/>
          <p:nvPr/>
        </p:nvSpPr>
        <p:spPr>
          <a:xfrm>
            <a:off x="712199" y="6044020"/>
            <a:ext cx="6821280" cy="86177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000" u="none" cap="none" strike="noStrike">
                <a:solidFill>
                  <a:srgbClr val="131416"/>
                </a:solidFill>
                <a:latin typeface="Open Sans"/>
                <a:ea typeface="Open Sans"/>
                <a:cs typeface="Open Sans"/>
                <a:sym typeface="Open Sans"/>
              </a:rPr>
              <a:t>BASES DE DATOS 2</a:t>
            </a:r>
            <a:endParaRPr b="1" i="0" sz="4000" u="none" cap="none" strike="noStrike">
              <a:solidFill>
                <a:srgbClr val="131416"/>
              </a:solidFill>
              <a:latin typeface="Open Sans"/>
              <a:ea typeface="Open Sans"/>
              <a:cs typeface="Open Sans"/>
              <a:sym typeface="Open Sans"/>
            </a:endParaRPr>
          </a:p>
        </p:txBody>
      </p:sp>
      <p:sp>
        <p:nvSpPr>
          <p:cNvPr id="148" name="Google Shape;148;p34"/>
          <p:cNvSpPr txBox="1"/>
          <p:nvPr/>
        </p:nvSpPr>
        <p:spPr>
          <a:xfrm>
            <a:off x="2073004" y="1733979"/>
            <a:ext cx="9900000" cy="339785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7360" u="none" cap="none" strike="noStrike">
                <a:solidFill>
                  <a:srgbClr val="131416"/>
                </a:solidFill>
                <a:latin typeface="Open Sans"/>
                <a:ea typeface="Open Sans"/>
                <a:cs typeface="Open Sans"/>
                <a:sym typeface="Open Sans"/>
              </a:rPr>
              <a:t>Unidad No. 2: Sistemas Distribuidos</a:t>
            </a:r>
            <a:endParaRPr b="0" i="0" sz="1120" u="none" cap="none" strike="noStrike">
              <a:solidFill>
                <a:srgbClr val="000000"/>
              </a:solidFill>
              <a:latin typeface="Arial"/>
              <a:ea typeface="Arial"/>
              <a:cs typeface="Arial"/>
              <a:sym typeface="Arial"/>
            </a:endParaRPr>
          </a:p>
        </p:txBody>
      </p:sp>
      <p:sp>
        <p:nvSpPr>
          <p:cNvPr id="149" name="Google Shape;149;p34"/>
          <p:cNvSpPr txBox="1"/>
          <p:nvPr/>
        </p:nvSpPr>
        <p:spPr>
          <a:xfrm>
            <a:off x="850643" y="6996201"/>
            <a:ext cx="5585100" cy="3078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1999" u="none" cap="none" strike="noStrike">
                <a:solidFill>
                  <a:srgbClr val="131416"/>
                </a:solidFill>
                <a:latin typeface="Open Sans"/>
                <a:ea typeface="Open Sans"/>
                <a:cs typeface="Open Sans"/>
                <a:sym typeface="Open Sans"/>
              </a:rPr>
              <a:t>Escuela de </a:t>
            </a:r>
            <a:r>
              <a:rPr b="1" lang="en-US" sz="1999">
                <a:solidFill>
                  <a:srgbClr val="131416"/>
                </a:solidFill>
                <a:latin typeface="Open Sans"/>
                <a:ea typeface="Open Sans"/>
                <a:cs typeface="Open Sans"/>
                <a:sym typeface="Open Sans"/>
              </a:rPr>
              <a:t>Ingeniería</a:t>
            </a:r>
            <a:r>
              <a:rPr b="1" i="0" lang="en-US" sz="1999" u="none" cap="none" strike="noStrike">
                <a:solidFill>
                  <a:srgbClr val="131416"/>
                </a:solidFill>
                <a:latin typeface="Open Sans"/>
                <a:ea typeface="Open Sans"/>
                <a:cs typeface="Open Sans"/>
                <a:sym typeface="Open Sans"/>
              </a:rPr>
              <a:t> de Ciencias Y Sistemas</a:t>
            </a:r>
            <a:endParaRPr b="1" i="0" sz="1999" u="none" cap="none" strike="noStrike">
              <a:solidFill>
                <a:srgbClr val="131416"/>
              </a:solidFill>
              <a:latin typeface="Open Sans"/>
              <a:ea typeface="Open Sans"/>
              <a:cs typeface="Open Sans"/>
              <a:sym typeface="Open Sans"/>
            </a:endParaRPr>
          </a:p>
        </p:txBody>
      </p:sp>
      <p:sp>
        <p:nvSpPr>
          <p:cNvPr id="150" name="Google Shape;150;p34"/>
          <p:cNvSpPr txBox="1"/>
          <p:nvPr/>
        </p:nvSpPr>
        <p:spPr>
          <a:xfrm>
            <a:off x="850642" y="7330192"/>
            <a:ext cx="5334000" cy="307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1999" u="none" cap="none" strike="noStrike">
                <a:solidFill>
                  <a:srgbClr val="131416"/>
                </a:solidFill>
                <a:latin typeface="Open Sans"/>
                <a:ea typeface="Open Sans"/>
                <a:cs typeface="Open Sans"/>
                <a:sym typeface="Open Sans"/>
              </a:rPr>
              <a:t>Facultad de </a:t>
            </a:r>
            <a:r>
              <a:rPr b="1" lang="en-US" sz="1999">
                <a:solidFill>
                  <a:srgbClr val="131416"/>
                </a:solidFill>
                <a:latin typeface="Open Sans"/>
                <a:ea typeface="Open Sans"/>
                <a:cs typeface="Open Sans"/>
                <a:sym typeface="Open Sans"/>
              </a:rPr>
              <a:t>Ingeniería</a:t>
            </a:r>
            <a:endParaRPr b="1" i="0" sz="1999" u="none" cap="none" strike="noStrike">
              <a:solidFill>
                <a:srgbClr val="131416"/>
              </a:solidFill>
              <a:latin typeface="Open Sans"/>
              <a:ea typeface="Open Sans"/>
              <a:cs typeface="Open Sans"/>
              <a:sym typeface="Open Sans"/>
            </a:endParaRPr>
          </a:p>
        </p:txBody>
      </p:sp>
      <p:sp>
        <p:nvSpPr>
          <p:cNvPr id="151" name="Google Shape;151;p34"/>
          <p:cNvSpPr txBox="1"/>
          <p:nvPr/>
        </p:nvSpPr>
        <p:spPr>
          <a:xfrm>
            <a:off x="822960" y="7655063"/>
            <a:ext cx="6492240" cy="43069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1999" u="none" cap="none" strike="noStrike">
                <a:solidFill>
                  <a:srgbClr val="131416"/>
                </a:solidFill>
                <a:latin typeface="Open Sans"/>
                <a:ea typeface="Open Sans"/>
                <a:cs typeface="Open Sans"/>
                <a:sym typeface="Open Sans"/>
              </a:rPr>
              <a:t>Universidad de San Carlos de Guatemala</a:t>
            </a:r>
            <a:endParaRPr b="0" i="0" sz="1120" u="none" cap="none" strike="noStrike">
              <a:solidFill>
                <a:srgbClr val="000000"/>
              </a:solidFill>
              <a:latin typeface="Arial"/>
              <a:ea typeface="Arial"/>
              <a:cs typeface="Arial"/>
              <a:sym typeface="Arial"/>
            </a:endParaRPr>
          </a:p>
        </p:txBody>
      </p:sp>
      <p:pic>
        <p:nvPicPr>
          <p:cNvPr id="152" name="Google Shape;152;p34"/>
          <p:cNvPicPr preferRelativeResize="0"/>
          <p:nvPr/>
        </p:nvPicPr>
        <p:blipFill rotWithShape="1">
          <a:blip r:embed="rId4">
            <a:alphaModFix/>
          </a:blip>
          <a:srcRect b="0" l="0" r="0" t="0"/>
          <a:stretch/>
        </p:blipFill>
        <p:spPr>
          <a:xfrm>
            <a:off x="6435740" y="1"/>
            <a:ext cx="8194660" cy="85361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grpSp>
        <p:nvGrpSpPr>
          <p:cNvPr id="157" name="Google Shape;157;p35"/>
          <p:cNvGrpSpPr/>
          <p:nvPr/>
        </p:nvGrpSpPr>
        <p:grpSpPr>
          <a:xfrm>
            <a:off x="141296" y="3616388"/>
            <a:ext cx="6418000" cy="676308"/>
            <a:chOff x="0" y="-76200"/>
            <a:chExt cx="1964221" cy="359923"/>
          </a:xfrm>
        </p:grpSpPr>
        <p:sp>
          <p:nvSpPr>
            <p:cNvPr id="158" name="Google Shape;158;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59" name="Google Shape;159;p35"/>
            <p:cNvSpPr txBox="1"/>
            <p:nvPr/>
          </p:nvSpPr>
          <p:spPr>
            <a:xfrm>
              <a:off x="0" y="-76200"/>
              <a:ext cx="1849921" cy="359923"/>
            </a:xfrm>
            <a:prstGeom prst="rect">
              <a:avLst/>
            </a:prstGeom>
            <a:noFill/>
            <a:ln>
              <a:noFill/>
            </a:ln>
          </p:spPr>
          <p:txBody>
            <a:bodyPr anchorCtr="0" anchor="ctr" bIns="40625" lIns="40625" spcFirstLastPara="1" rIns="40625" wrap="square" tIns="40625">
              <a:noAutofit/>
            </a:bodyPr>
            <a:lstStyle/>
            <a:p>
              <a:pPr indent="0" lvl="0" marL="0" marR="0" rtl="0" algn="ctr">
                <a:lnSpc>
                  <a:spcPct val="148017"/>
                </a:lnSpc>
                <a:spcBef>
                  <a:spcPts val="0"/>
                </a:spcBef>
                <a:spcAft>
                  <a:spcPts val="0"/>
                </a:spcAft>
                <a:buNone/>
              </a:pPr>
              <a:r>
                <a:rPr b="0" i="0" lang="en-US" sz="2400" u="none" cap="none" strike="noStrike">
                  <a:solidFill>
                    <a:schemeClr val="dk1"/>
                  </a:solidFill>
                  <a:latin typeface="Fira Mono Medium"/>
                  <a:ea typeface="Fira Mono Medium"/>
                  <a:cs typeface="Fira Mono Medium"/>
                  <a:sym typeface="Fira Mono Medium"/>
                </a:rPr>
                <a:t>Bases de Datos NoSQL</a:t>
              </a:r>
              <a:endParaRPr b="0" i="0" sz="1120" u="none" cap="none" strike="noStrike">
                <a:solidFill>
                  <a:srgbClr val="000000"/>
                </a:solidFill>
                <a:latin typeface="Arial"/>
                <a:ea typeface="Arial"/>
                <a:cs typeface="Arial"/>
                <a:sym typeface="Arial"/>
              </a:endParaRPr>
            </a:p>
          </p:txBody>
        </p:sp>
      </p:grpSp>
      <p:sp>
        <p:nvSpPr>
          <p:cNvPr id="160" name="Google Shape;160;p35"/>
          <p:cNvSpPr/>
          <p:nvPr/>
        </p:nvSpPr>
        <p:spPr>
          <a:xfrm>
            <a:off x="702923" y="3792353"/>
            <a:ext cx="362686" cy="440075"/>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grpSp>
        <p:nvGrpSpPr>
          <p:cNvPr id="161" name="Google Shape;161;p35"/>
          <p:cNvGrpSpPr/>
          <p:nvPr/>
        </p:nvGrpSpPr>
        <p:grpSpPr>
          <a:xfrm>
            <a:off x="1493591" y="2411187"/>
            <a:ext cx="3292152" cy="1245187"/>
            <a:chOff x="0" y="-76200"/>
            <a:chExt cx="1083836" cy="409938"/>
          </a:xfrm>
        </p:grpSpPr>
        <p:sp>
          <p:nvSpPr>
            <p:cNvPr id="162" name="Google Shape;162;p35"/>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63" name="Google Shape;163;p35"/>
            <p:cNvSpPr txBox="1"/>
            <p:nvPr/>
          </p:nvSpPr>
          <p:spPr>
            <a:xfrm>
              <a:off x="0" y="-76200"/>
              <a:ext cx="969536" cy="409938"/>
            </a:xfrm>
            <a:prstGeom prst="rect">
              <a:avLst/>
            </a:prstGeom>
            <a:noFill/>
            <a:ln>
              <a:noFill/>
            </a:ln>
          </p:spPr>
          <p:txBody>
            <a:bodyPr anchorCtr="0" anchor="ctr" bIns="40625" lIns="40625" spcFirstLastPara="1" rIns="40625" wrap="square" tIns="40625">
              <a:noAutofit/>
            </a:bodyPr>
            <a:lstStyle/>
            <a:p>
              <a:pPr indent="0" lvl="0" marL="0" marR="0" rtl="0" algn="ctr">
                <a:lnSpc>
                  <a:spcPct val="148017"/>
                </a:lnSpc>
                <a:spcBef>
                  <a:spcPts val="0"/>
                </a:spcBef>
                <a:spcAft>
                  <a:spcPts val="0"/>
                </a:spcAft>
                <a:buNone/>
              </a:pPr>
              <a:r>
                <a:rPr b="0" i="0" lang="en-US" sz="2239" u="none" cap="none" strike="noStrike">
                  <a:solidFill>
                    <a:srgbClr val="000000"/>
                  </a:solidFill>
                  <a:latin typeface="Arial"/>
                  <a:ea typeface="Arial"/>
                  <a:cs typeface="Arial"/>
                  <a:sym typeface="Arial"/>
                </a:rPr>
                <a:t>RECORDATORIOS</a:t>
              </a:r>
              <a:endParaRPr b="0" i="0" sz="1120" u="none" cap="none" strike="noStrike">
                <a:solidFill>
                  <a:srgbClr val="000000"/>
                </a:solidFill>
                <a:latin typeface="Arial"/>
                <a:ea typeface="Arial"/>
                <a:cs typeface="Arial"/>
                <a:sym typeface="Arial"/>
              </a:endParaRPr>
            </a:p>
          </p:txBody>
        </p:sp>
      </p:grpSp>
      <p:sp>
        <p:nvSpPr>
          <p:cNvPr id="164" name="Google Shape;164;p35"/>
          <p:cNvSpPr/>
          <p:nvPr/>
        </p:nvSpPr>
        <p:spPr>
          <a:xfrm>
            <a:off x="521403" y="2743788"/>
            <a:ext cx="603114" cy="698342"/>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65" name="Google Shape;165;p35"/>
          <p:cNvSpPr txBox="1"/>
          <p:nvPr/>
        </p:nvSpPr>
        <p:spPr>
          <a:xfrm>
            <a:off x="521400" y="392720"/>
            <a:ext cx="6168241" cy="212365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0" u="none" cap="none" strike="noStrike">
                <a:solidFill>
                  <a:srgbClr val="131416"/>
                </a:solidFill>
                <a:latin typeface="Pacifico"/>
                <a:ea typeface="Pacifico"/>
                <a:cs typeface="Pacifico"/>
                <a:sym typeface="Pacifico"/>
              </a:rPr>
              <a:t>Agenda</a:t>
            </a:r>
            <a:endParaRPr b="0" i="0" sz="1120" u="none" cap="none" strike="noStrike">
              <a:solidFill>
                <a:srgbClr val="000000"/>
              </a:solidFill>
              <a:latin typeface="Pacifico"/>
              <a:ea typeface="Pacifico"/>
              <a:cs typeface="Pacifico"/>
              <a:sym typeface="Pacifico"/>
            </a:endParaRPr>
          </a:p>
        </p:txBody>
      </p:sp>
      <p:sp>
        <p:nvSpPr>
          <p:cNvPr id="166" name="Google Shape;166;p35"/>
          <p:cNvSpPr txBox="1"/>
          <p:nvPr/>
        </p:nvSpPr>
        <p:spPr>
          <a:xfrm>
            <a:off x="8084792" y="312614"/>
            <a:ext cx="6733440" cy="212365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0" u="none" cap="none" strike="noStrike">
                <a:solidFill>
                  <a:srgbClr val="131416"/>
                </a:solidFill>
                <a:latin typeface="Lobster"/>
                <a:ea typeface="Lobster"/>
                <a:cs typeface="Lobster"/>
                <a:sym typeface="Lobster"/>
              </a:rPr>
              <a:t>Recursos</a:t>
            </a:r>
            <a:endParaRPr b="0" i="0" sz="1120" u="none" cap="none" strike="noStrike">
              <a:solidFill>
                <a:srgbClr val="000000"/>
              </a:solidFill>
              <a:latin typeface="Lobster"/>
              <a:ea typeface="Lobster"/>
              <a:cs typeface="Lobster"/>
              <a:sym typeface="Lobster"/>
            </a:endParaRPr>
          </a:p>
        </p:txBody>
      </p:sp>
      <p:grpSp>
        <p:nvGrpSpPr>
          <p:cNvPr id="167" name="Google Shape;167;p35"/>
          <p:cNvGrpSpPr/>
          <p:nvPr/>
        </p:nvGrpSpPr>
        <p:grpSpPr>
          <a:xfrm>
            <a:off x="9391844" y="2238908"/>
            <a:ext cx="4282917" cy="1360916"/>
            <a:chOff x="0" y="-114300"/>
            <a:chExt cx="1410014" cy="448038"/>
          </a:xfrm>
        </p:grpSpPr>
        <p:sp>
          <p:nvSpPr>
            <p:cNvPr id="168" name="Google Shape;168;p35"/>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69" name="Google Shape;169;p35"/>
            <p:cNvSpPr txBox="1"/>
            <p:nvPr/>
          </p:nvSpPr>
          <p:spPr>
            <a:xfrm>
              <a:off x="0" y="-114300"/>
              <a:ext cx="1295714" cy="448038"/>
            </a:xfrm>
            <a:prstGeom prst="rect">
              <a:avLst/>
            </a:prstGeom>
            <a:noFill/>
            <a:ln>
              <a:noFill/>
            </a:ln>
          </p:spPr>
          <p:txBody>
            <a:bodyPr anchorCtr="0" anchor="ctr" bIns="40625" lIns="40625" spcFirstLastPara="1" rIns="40625" wrap="square" tIns="40625">
              <a:noAutofit/>
            </a:bodyPr>
            <a:lstStyle/>
            <a:p>
              <a:pPr indent="0" lvl="0" marL="0" marR="0" rtl="0" algn="ctr">
                <a:lnSpc>
                  <a:spcPct val="148010"/>
                </a:lnSpc>
                <a:spcBef>
                  <a:spcPts val="0"/>
                </a:spcBef>
                <a:spcAft>
                  <a:spcPts val="0"/>
                </a:spcAft>
                <a:buNone/>
              </a:pPr>
              <a:r>
                <a:rPr b="0" i="0" lang="en-US" sz="3599" u="none" cap="none" strike="noStrike">
                  <a:solidFill>
                    <a:srgbClr val="000000"/>
                  </a:solidFill>
                  <a:latin typeface="Arial"/>
                  <a:ea typeface="Arial"/>
                  <a:cs typeface="Arial"/>
                  <a:sym typeface="Arial"/>
                </a:rPr>
                <a:t>Link del Video</a:t>
              </a:r>
              <a:endParaRPr b="0" i="0" sz="1120" u="none" cap="none" strike="noStrike">
                <a:solidFill>
                  <a:srgbClr val="000000"/>
                </a:solidFill>
                <a:latin typeface="Arial"/>
                <a:ea typeface="Arial"/>
                <a:cs typeface="Arial"/>
                <a:sym typeface="Arial"/>
              </a:endParaRPr>
            </a:p>
          </p:txBody>
        </p:sp>
      </p:grpSp>
      <p:grpSp>
        <p:nvGrpSpPr>
          <p:cNvPr id="170" name="Google Shape;170;p35"/>
          <p:cNvGrpSpPr/>
          <p:nvPr/>
        </p:nvGrpSpPr>
        <p:grpSpPr>
          <a:xfrm>
            <a:off x="9391844" y="3678947"/>
            <a:ext cx="4282917" cy="1360916"/>
            <a:chOff x="0" y="-114300"/>
            <a:chExt cx="1410014" cy="448038"/>
          </a:xfrm>
        </p:grpSpPr>
        <p:sp>
          <p:nvSpPr>
            <p:cNvPr id="171" name="Google Shape;171;p35"/>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72" name="Google Shape;172;p35"/>
            <p:cNvSpPr txBox="1"/>
            <p:nvPr/>
          </p:nvSpPr>
          <p:spPr>
            <a:xfrm>
              <a:off x="0" y="-114300"/>
              <a:ext cx="1295714" cy="448038"/>
            </a:xfrm>
            <a:prstGeom prst="rect">
              <a:avLst/>
            </a:prstGeom>
            <a:noFill/>
            <a:ln>
              <a:noFill/>
            </a:ln>
          </p:spPr>
          <p:txBody>
            <a:bodyPr anchorCtr="0" anchor="ctr" bIns="40625" lIns="40625" spcFirstLastPara="1" rIns="40625" wrap="square" tIns="40625">
              <a:noAutofit/>
            </a:bodyPr>
            <a:lstStyle/>
            <a:p>
              <a:pPr indent="0" lvl="0" marL="0" marR="0" rtl="0" algn="ctr">
                <a:lnSpc>
                  <a:spcPct val="148010"/>
                </a:lnSpc>
                <a:spcBef>
                  <a:spcPts val="0"/>
                </a:spcBef>
                <a:spcAft>
                  <a:spcPts val="0"/>
                </a:spcAft>
                <a:buNone/>
              </a:pPr>
              <a:r>
                <a:rPr b="0" i="0" lang="en-US" sz="3599" u="none" cap="none" strike="noStrike">
                  <a:solidFill>
                    <a:srgbClr val="000000"/>
                  </a:solidFill>
                  <a:latin typeface="Arial"/>
                  <a:ea typeface="Arial"/>
                  <a:cs typeface="Arial"/>
                  <a:sym typeface="Arial"/>
                </a:rPr>
                <a:t>Link de Quizziz</a:t>
              </a:r>
              <a:endParaRPr b="0" i="0" sz="1120" u="none" cap="none" strike="noStrike">
                <a:solidFill>
                  <a:srgbClr val="000000"/>
                </a:solidFill>
                <a:latin typeface="Arial"/>
                <a:ea typeface="Arial"/>
                <a:cs typeface="Arial"/>
                <a:sym typeface="Arial"/>
              </a:endParaRPr>
            </a:p>
          </p:txBody>
        </p:sp>
      </p:grpSp>
      <p:grpSp>
        <p:nvGrpSpPr>
          <p:cNvPr id="173" name="Google Shape;173;p35"/>
          <p:cNvGrpSpPr/>
          <p:nvPr/>
        </p:nvGrpSpPr>
        <p:grpSpPr>
          <a:xfrm>
            <a:off x="141296" y="4355442"/>
            <a:ext cx="3690841" cy="676308"/>
            <a:chOff x="0" y="-76200"/>
            <a:chExt cx="1964221" cy="359923"/>
          </a:xfrm>
        </p:grpSpPr>
        <p:sp>
          <p:nvSpPr>
            <p:cNvPr id="174" name="Google Shape;174;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75" name="Google Shape;175;p35"/>
            <p:cNvSpPr txBox="1"/>
            <p:nvPr/>
          </p:nvSpPr>
          <p:spPr>
            <a:xfrm>
              <a:off x="0" y="-76200"/>
              <a:ext cx="1849921" cy="359923"/>
            </a:xfrm>
            <a:prstGeom prst="rect">
              <a:avLst/>
            </a:prstGeom>
            <a:noFill/>
            <a:ln>
              <a:noFill/>
            </a:ln>
          </p:spPr>
          <p:txBody>
            <a:bodyPr anchorCtr="0" anchor="ctr" bIns="40625" lIns="40625" spcFirstLastPara="1" rIns="40625" wrap="square" tIns="40625">
              <a:noAutofit/>
            </a:bodyPr>
            <a:lstStyle/>
            <a:p>
              <a:pPr indent="0" lvl="0" marL="0" marR="0" rtl="0" algn="ctr">
                <a:lnSpc>
                  <a:spcPct val="148017"/>
                </a:lnSpc>
                <a:spcBef>
                  <a:spcPts val="0"/>
                </a:spcBef>
                <a:spcAft>
                  <a:spcPts val="0"/>
                </a:spcAft>
                <a:buNone/>
              </a:pPr>
              <a:r>
                <a:rPr b="0" i="0" lang="en-US" sz="2239" u="none" cap="none" strike="noStrike">
                  <a:solidFill>
                    <a:srgbClr val="000000"/>
                  </a:solidFill>
                  <a:latin typeface="Arial"/>
                  <a:ea typeface="Arial"/>
                  <a:cs typeface="Arial"/>
                  <a:sym typeface="Arial"/>
                </a:rPr>
                <a:t>TEMA 2</a:t>
              </a:r>
              <a:endParaRPr b="0" i="0" sz="1120" u="none" cap="none" strike="noStrike">
                <a:solidFill>
                  <a:srgbClr val="000000"/>
                </a:solidFill>
                <a:latin typeface="Arial"/>
                <a:ea typeface="Arial"/>
                <a:cs typeface="Arial"/>
                <a:sym typeface="Arial"/>
              </a:endParaRPr>
            </a:p>
          </p:txBody>
        </p:sp>
      </p:grpSp>
      <p:grpSp>
        <p:nvGrpSpPr>
          <p:cNvPr id="176" name="Google Shape;176;p35"/>
          <p:cNvGrpSpPr/>
          <p:nvPr/>
        </p:nvGrpSpPr>
        <p:grpSpPr>
          <a:xfrm>
            <a:off x="141296" y="5140700"/>
            <a:ext cx="3690841" cy="676308"/>
            <a:chOff x="0" y="-76200"/>
            <a:chExt cx="1964221" cy="359923"/>
          </a:xfrm>
        </p:grpSpPr>
        <p:sp>
          <p:nvSpPr>
            <p:cNvPr id="177" name="Google Shape;177;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78" name="Google Shape;178;p35"/>
            <p:cNvSpPr txBox="1"/>
            <p:nvPr/>
          </p:nvSpPr>
          <p:spPr>
            <a:xfrm>
              <a:off x="0" y="-76200"/>
              <a:ext cx="1849921" cy="359923"/>
            </a:xfrm>
            <a:prstGeom prst="rect">
              <a:avLst/>
            </a:prstGeom>
            <a:noFill/>
            <a:ln>
              <a:noFill/>
            </a:ln>
          </p:spPr>
          <p:txBody>
            <a:bodyPr anchorCtr="0" anchor="ctr" bIns="40625" lIns="40625" spcFirstLastPara="1" rIns="40625" wrap="square" tIns="40625">
              <a:noAutofit/>
            </a:bodyPr>
            <a:lstStyle/>
            <a:p>
              <a:pPr indent="0" lvl="0" marL="0" marR="0" rtl="0" algn="ctr">
                <a:lnSpc>
                  <a:spcPct val="148017"/>
                </a:lnSpc>
                <a:spcBef>
                  <a:spcPts val="0"/>
                </a:spcBef>
                <a:spcAft>
                  <a:spcPts val="0"/>
                </a:spcAft>
                <a:buNone/>
              </a:pPr>
              <a:r>
                <a:rPr b="0" i="0" lang="en-US" sz="2239" u="none" cap="none" strike="noStrike">
                  <a:solidFill>
                    <a:srgbClr val="000000"/>
                  </a:solidFill>
                  <a:latin typeface="Arial"/>
                  <a:ea typeface="Arial"/>
                  <a:cs typeface="Arial"/>
                  <a:sym typeface="Arial"/>
                </a:rPr>
                <a:t>TEMA 3</a:t>
              </a:r>
              <a:endParaRPr b="0" i="0" sz="1120" u="none" cap="none" strike="noStrike">
                <a:solidFill>
                  <a:srgbClr val="000000"/>
                </a:solidFill>
                <a:latin typeface="Arial"/>
                <a:ea typeface="Arial"/>
                <a:cs typeface="Arial"/>
                <a:sym typeface="Arial"/>
              </a:endParaRPr>
            </a:p>
          </p:txBody>
        </p:sp>
      </p:grpSp>
      <p:grpSp>
        <p:nvGrpSpPr>
          <p:cNvPr id="179" name="Google Shape;179;p35"/>
          <p:cNvGrpSpPr/>
          <p:nvPr/>
        </p:nvGrpSpPr>
        <p:grpSpPr>
          <a:xfrm>
            <a:off x="141296" y="5879566"/>
            <a:ext cx="3690841" cy="676308"/>
            <a:chOff x="0" y="-76200"/>
            <a:chExt cx="1964221" cy="359923"/>
          </a:xfrm>
        </p:grpSpPr>
        <p:sp>
          <p:nvSpPr>
            <p:cNvPr id="180" name="Google Shape;180;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81" name="Google Shape;181;p35"/>
            <p:cNvSpPr txBox="1"/>
            <p:nvPr/>
          </p:nvSpPr>
          <p:spPr>
            <a:xfrm>
              <a:off x="0" y="-76200"/>
              <a:ext cx="1849921" cy="359923"/>
            </a:xfrm>
            <a:prstGeom prst="rect">
              <a:avLst/>
            </a:prstGeom>
            <a:noFill/>
            <a:ln>
              <a:noFill/>
            </a:ln>
          </p:spPr>
          <p:txBody>
            <a:bodyPr anchorCtr="0" anchor="ctr" bIns="40625" lIns="40625" spcFirstLastPara="1" rIns="40625" wrap="square" tIns="40625">
              <a:noAutofit/>
            </a:bodyPr>
            <a:lstStyle/>
            <a:p>
              <a:pPr indent="0" lvl="0" marL="0" marR="0" rtl="0" algn="ctr">
                <a:lnSpc>
                  <a:spcPct val="148017"/>
                </a:lnSpc>
                <a:spcBef>
                  <a:spcPts val="0"/>
                </a:spcBef>
                <a:spcAft>
                  <a:spcPts val="0"/>
                </a:spcAft>
                <a:buNone/>
              </a:pPr>
              <a:r>
                <a:rPr b="0" i="0" lang="en-US" sz="2239" u="none" cap="none" strike="noStrike">
                  <a:solidFill>
                    <a:srgbClr val="000000"/>
                  </a:solidFill>
                  <a:latin typeface="Arial"/>
                  <a:ea typeface="Arial"/>
                  <a:cs typeface="Arial"/>
                  <a:sym typeface="Arial"/>
                </a:rPr>
                <a:t>TEMA 4</a:t>
              </a:r>
              <a:endParaRPr b="0" i="0" sz="1120" u="none" cap="none" strike="noStrike">
                <a:solidFill>
                  <a:srgbClr val="000000"/>
                </a:solidFill>
                <a:latin typeface="Arial"/>
                <a:ea typeface="Arial"/>
                <a:cs typeface="Arial"/>
                <a:sym typeface="Arial"/>
              </a:endParaRPr>
            </a:p>
          </p:txBody>
        </p:sp>
      </p:grpSp>
      <p:grpSp>
        <p:nvGrpSpPr>
          <p:cNvPr id="182" name="Google Shape;182;p35"/>
          <p:cNvGrpSpPr/>
          <p:nvPr/>
        </p:nvGrpSpPr>
        <p:grpSpPr>
          <a:xfrm>
            <a:off x="141296" y="6730332"/>
            <a:ext cx="3690841" cy="676308"/>
            <a:chOff x="0" y="-76200"/>
            <a:chExt cx="1964221" cy="359923"/>
          </a:xfrm>
        </p:grpSpPr>
        <p:sp>
          <p:nvSpPr>
            <p:cNvPr id="183" name="Google Shape;183;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84" name="Google Shape;184;p35"/>
            <p:cNvSpPr txBox="1"/>
            <p:nvPr/>
          </p:nvSpPr>
          <p:spPr>
            <a:xfrm>
              <a:off x="0" y="-76200"/>
              <a:ext cx="1849921" cy="359923"/>
            </a:xfrm>
            <a:prstGeom prst="rect">
              <a:avLst/>
            </a:prstGeom>
            <a:noFill/>
            <a:ln>
              <a:noFill/>
            </a:ln>
          </p:spPr>
          <p:txBody>
            <a:bodyPr anchorCtr="0" anchor="ctr" bIns="40625" lIns="40625" spcFirstLastPara="1" rIns="40625" wrap="square" tIns="40625">
              <a:noAutofit/>
            </a:bodyPr>
            <a:lstStyle/>
            <a:p>
              <a:pPr indent="0" lvl="0" marL="0" marR="0" rtl="0" algn="ctr">
                <a:lnSpc>
                  <a:spcPct val="148017"/>
                </a:lnSpc>
                <a:spcBef>
                  <a:spcPts val="0"/>
                </a:spcBef>
                <a:spcAft>
                  <a:spcPts val="0"/>
                </a:spcAft>
                <a:buNone/>
              </a:pPr>
              <a:r>
                <a:rPr b="0" i="0" lang="en-US" sz="2239" u="none" cap="none" strike="noStrike">
                  <a:solidFill>
                    <a:srgbClr val="000000"/>
                  </a:solidFill>
                  <a:latin typeface="Arial"/>
                  <a:ea typeface="Arial"/>
                  <a:cs typeface="Arial"/>
                  <a:sym typeface="Arial"/>
                </a:rPr>
                <a:t>TEMA 5</a:t>
              </a:r>
              <a:endParaRPr b="0" i="0" sz="1120" u="none" cap="none" strike="noStrike">
                <a:solidFill>
                  <a:srgbClr val="000000"/>
                </a:solidFill>
                <a:latin typeface="Arial"/>
                <a:ea typeface="Arial"/>
                <a:cs typeface="Arial"/>
                <a:sym typeface="Arial"/>
              </a:endParaRPr>
            </a:p>
          </p:txBody>
        </p:sp>
      </p:grpSp>
      <p:sp>
        <p:nvSpPr>
          <p:cNvPr id="185" name="Google Shape;185;p35"/>
          <p:cNvSpPr/>
          <p:nvPr/>
        </p:nvSpPr>
        <p:spPr>
          <a:xfrm>
            <a:off x="702923" y="4498624"/>
            <a:ext cx="362686" cy="440075"/>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86" name="Google Shape;186;p35"/>
          <p:cNvSpPr/>
          <p:nvPr/>
        </p:nvSpPr>
        <p:spPr>
          <a:xfrm>
            <a:off x="702923" y="5283883"/>
            <a:ext cx="362686" cy="440075"/>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87" name="Google Shape;187;p35"/>
          <p:cNvSpPr/>
          <p:nvPr/>
        </p:nvSpPr>
        <p:spPr>
          <a:xfrm>
            <a:off x="702923" y="6083708"/>
            <a:ext cx="362686" cy="440075"/>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88" name="Google Shape;188;p35"/>
          <p:cNvSpPr/>
          <p:nvPr/>
        </p:nvSpPr>
        <p:spPr>
          <a:xfrm>
            <a:off x="702923" y="6884432"/>
            <a:ext cx="362686" cy="440075"/>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89" name="Google Shape;189;p35"/>
          <p:cNvSpPr/>
          <p:nvPr/>
        </p:nvSpPr>
        <p:spPr>
          <a:xfrm>
            <a:off x="5190640" y="4292696"/>
            <a:ext cx="3701174" cy="36607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20" u="none" cap="none" strike="noStrike">
              <a:solidFill>
                <a:srgbClr val="000000"/>
              </a:solidFill>
              <a:latin typeface="Arial"/>
              <a:ea typeface="Arial"/>
              <a:cs typeface="Arial"/>
              <a:sym typeface="Arial"/>
            </a:endParaRPr>
          </a:p>
        </p:txBody>
      </p:sp>
      <p:sp>
        <p:nvSpPr>
          <p:cNvPr id="190" name="Google Shape;190;p35"/>
          <p:cNvSpPr txBox="1"/>
          <p:nvPr/>
        </p:nvSpPr>
        <p:spPr>
          <a:xfrm>
            <a:off x="5669853" y="5036111"/>
            <a:ext cx="2742749" cy="2703817"/>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1793"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b="0" i="0" sz="112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preencoded.png" id="196" name="Google Shape;196;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97" name="Google Shape;197;p1"/>
          <p:cNvPicPr preferRelativeResize="0"/>
          <p:nvPr/>
        </p:nvPicPr>
        <p:blipFill rotWithShape="1">
          <a:blip r:embed="rId4">
            <a:alphaModFix/>
          </a:blip>
          <a:srcRect b="0" l="0" r="0" t="0"/>
          <a:stretch/>
        </p:blipFill>
        <p:spPr>
          <a:xfrm>
            <a:off x="9427607" y="2159318"/>
            <a:ext cx="4919186" cy="3910846"/>
          </a:xfrm>
          <a:prstGeom prst="rect">
            <a:avLst/>
          </a:prstGeom>
          <a:noFill/>
          <a:ln>
            <a:noFill/>
          </a:ln>
        </p:spPr>
      </p:pic>
      <p:sp>
        <p:nvSpPr>
          <p:cNvPr id="198" name="Google Shape;198;p1"/>
          <p:cNvSpPr/>
          <p:nvPr/>
        </p:nvSpPr>
        <p:spPr>
          <a:xfrm>
            <a:off x="793790" y="2184083"/>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chemeClr val="dk1"/>
                </a:solidFill>
                <a:latin typeface="Fira Mono Medium"/>
                <a:ea typeface="Fira Mono Medium"/>
                <a:cs typeface="Fira Mono Medium"/>
                <a:sym typeface="Fira Mono Medium"/>
              </a:rPr>
              <a:t>Fundamentos de Bases de Datos NoSQL</a:t>
            </a:r>
            <a:endParaRPr b="0" i="0" sz="4450" u="none" cap="none" strike="noStrike">
              <a:solidFill>
                <a:schemeClr val="dk1"/>
              </a:solidFill>
              <a:latin typeface="Arial"/>
              <a:ea typeface="Arial"/>
              <a:cs typeface="Arial"/>
              <a:sym typeface="Arial"/>
            </a:endParaRPr>
          </a:p>
        </p:txBody>
      </p:sp>
      <p:sp>
        <p:nvSpPr>
          <p:cNvPr id="199" name="Google Shape;199;p1"/>
          <p:cNvSpPr/>
          <p:nvPr/>
        </p:nvSpPr>
        <p:spPr>
          <a:xfrm>
            <a:off x="793790" y="3941802"/>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Las bases de datos NoSQL (Not only SQL) representan un paradigma de almacenamiento y procesamiento de datos que se aleja del modelo relacional tradicional de las bases de datos SQL. Ofrecen soluciones flexibles y escalables para abordar los desafíos de la era del Big Data.</a:t>
            </a:r>
            <a:endParaRPr b="0" i="0" sz="175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descr="preencoded.png" id="205" name="Google Shape;205;p2"/>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206" name="Google Shape;206;p2"/>
          <p:cNvPicPr preferRelativeResize="0"/>
          <p:nvPr/>
        </p:nvPicPr>
        <p:blipFill rotWithShape="1">
          <a:blip r:embed="rId4">
            <a:alphaModFix/>
          </a:blip>
          <a:srcRect b="0" l="0" r="0" t="0"/>
          <a:stretch/>
        </p:blipFill>
        <p:spPr>
          <a:xfrm>
            <a:off x="238839" y="1858804"/>
            <a:ext cx="5008602" cy="4511993"/>
          </a:xfrm>
          <a:prstGeom prst="rect">
            <a:avLst/>
          </a:prstGeom>
          <a:noFill/>
          <a:ln>
            <a:noFill/>
          </a:ln>
        </p:spPr>
      </p:pic>
      <p:sp>
        <p:nvSpPr>
          <p:cNvPr id="207" name="Google Shape;207;p2"/>
          <p:cNvSpPr/>
          <p:nvPr/>
        </p:nvSpPr>
        <p:spPr>
          <a:xfrm>
            <a:off x="6155174" y="559475"/>
            <a:ext cx="4777621" cy="597218"/>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FBF3FA"/>
              </a:buClr>
              <a:buSzPts val="3750"/>
              <a:buFont typeface="Fira Mono Medium"/>
              <a:buNone/>
            </a:pPr>
            <a:r>
              <a:rPr b="0" i="0" lang="en-US" sz="3750" u="none" cap="none" strike="noStrike">
                <a:solidFill>
                  <a:schemeClr val="dk1"/>
                </a:solidFill>
                <a:latin typeface="Fira Mono Medium"/>
                <a:ea typeface="Fira Mono Medium"/>
                <a:cs typeface="Fira Mono Medium"/>
                <a:sym typeface="Fira Mono Medium"/>
              </a:rPr>
              <a:t>¿Qué es NoSQL?</a:t>
            </a:r>
            <a:endParaRPr b="0" i="0" sz="3750" u="none" cap="none" strike="noStrike">
              <a:solidFill>
                <a:schemeClr val="dk1"/>
              </a:solidFill>
              <a:latin typeface="Arial"/>
              <a:ea typeface="Arial"/>
              <a:cs typeface="Arial"/>
              <a:sym typeface="Arial"/>
            </a:endParaRPr>
          </a:p>
        </p:txBody>
      </p:sp>
      <p:pic>
        <p:nvPicPr>
          <p:cNvPr descr="preencoded.png" id="208" name="Google Shape;208;p2"/>
          <p:cNvPicPr preferRelativeResize="0"/>
          <p:nvPr/>
        </p:nvPicPr>
        <p:blipFill rotWithShape="1">
          <a:blip r:embed="rId5">
            <a:alphaModFix/>
          </a:blip>
          <a:srcRect b="0" l="0" r="0" t="0"/>
          <a:stretch/>
        </p:blipFill>
        <p:spPr>
          <a:xfrm>
            <a:off x="6155174" y="1443276"/>
            <a:ext cx="477679" cy="477679"/>
          </a:xfrm>
          <a:prstGeom prst="rect">
            <a:avLst/>
          </a:prstGeom>
          <a:noFill/>
          <a:ln>
            <a:noFill/>
          </a:ln>
        </p:spPr>
      </p:pic>
      <p:sp>
        <p:nvSpPr>
          <p:cNvPr id="209" name="Google Shape;209;p2"/>
          <p:cNvSpPr/>
          <p:nvPr/>
        </p:nvSpPr>
        <p:spPr>
          <a:xfrm>
            <a:off x="6155174" y="2112050"/>
            <a:ext cx="2864763" cy="2984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E0D6DE"/>
              </a:buClr>
              <a:buSzPts val="1850"/>
              <a:buFont typeface="Fira Mono Medium"/>
              <a:buNone/>
            </a:pPr>
            <a:r>
              <a:rPr b="0" i="0" lang="en-US" sz="1850" u="none" cap="none" strike="noStrike">
                <a:solidFill>
                  <a:schemeClr val="dk1"/>
                </a:solidFill>
                <a:latin typeface="Fira Mono Medium"/>
                <a:ea typeface="Fira Mono Medium"/>
                <a:cs typeface="Fira Mono Medium"/>
                <a:sym typeface="Fira Mono Medium"/>
              </a:rPr>
              <a:t>Bases de Datos NoSQL</a:t>
            </a:r>
            <a:endParaRPr b="0" i="0" sz="1850" u="none" cap="none" strike="noStrike">
              <a:solidFill>
                <a:schemeClr val="dk1"/>
              </a:solidFill>
              <a:latin typeface="Arial"/>
              <a:ea typeface="Arial"/>
              <a:cs typeface="Arial"/>
              <a:sym typeface="Arial"/>
            </a:endParaRPr>
          </a:p>
        </p:txBody>
      </p:sp>
      <p:sp>
        <p:nvSpPr>
          <p:cNvPr id="210" name="Google Shape;210;p2"/>
          <p:cNvSpPr/>
          <p:nvPr/>
        </p:nvSpPr>
        <p:spPr>
          <a:xfrm>
            <a:off x="6155174" y="2525197"/>
            <a:ext cx="7806452" cy="61150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chemeClr val="dk1"/>
                </a:solidFill>
                <a:latin typeface="Fira Sans"/>
                <a:ea typeface="Fira Sans"/>
                <a:cs typeface="Fira Sans"/>
                <a:sym typeface="Fira Sans"/>
              </a:rPr>
              <a:t>NoSQL se refiere a una clase de sistemas de gestión de bases de datos que se diferencian de los sistemas de bases de datos relacionales tradicionales.</a:t>
            </a:r>
            <a:endParaRPr b="0" i="0" sz="1500" u="none" cap="none" strike="noStrike">
              <a:solidFill>
                <a:schemeClr val="dk1"/>
              </a:solidFill>
              <a:latin typeface="Arial"/>
              <a:ea typeface="Arial"/>
              <a:cs typeface="Arial"/>
              <a:sym typeface="Arial"/>
            </a:endParaRPr>
          </a:p>
        </p:txBody>
      </p:sp>
      <p:pic>
        <p:nvPicPr>
          <p:cNvPr descr="preencoded.png" id="211" name="Google Shape;211;p2"/>
          <p:cNvPicPr preferRelativeResize="0"/>
          <p:nvPr/>
        </p:nvPicPr>
        <p:blipFill rotWithShape="1">
          <a:blip r:embed="rId6">
            <a:alphaModFix/>
          </a:blip>
          <a:srcRect b="0" l="0" r="0" t="0"/>
          <a:stretch/>
        </p:blipFill>
        <p:spPr>
          <a:xfrm>
            <a:off x="6155174" y="3709988"/>
            <a:ext cx="477679" cy="477679"/>
          </a:xfrm>
          <a:prstGeom prst="rect">
            <a:avLst/>
          </a:prstGeom>
          <a:noFill/>
          <a:ln>
            <a:noFill/>
          </a:ln>
        </p:spPr>
      </p:pic>
      <p:sp>
        <p:nvSpPr>
          <p:cNvPr id="212" name="Google Shape;212;p2"/>
          <p:cNvSpPr/>
          <p:nvPr/>
        </p:nvSpPr>
        <p:spPr>
          <a:xfrm>
            <a:off x="6155174" y="4378762"/>
            <a:ext cx="2721531" cy="2984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E0D6DE"/>
              </a:buClr>
              <a:buSzPts val="1850"/>
              <a:buFont typeface="Fira Mono Medium"/>
              <a:buNone/>
            </a:pPr>
            <a:r>
              <a:rPr b="0" i="0" lang="en-US" sz="1850" u="none" cap="none" strike="noStrike">
                <a:solidFill>
                  <a:schemeClr val="dk1"/>
                </a:solidFill>
                <a:latin typeface="Fira Mono Medium"/>
                <a:ea typeface="Fira Mono Medium"/>
                <a:cs typeface="Fira Mono Medium"/>
                <a:sym typeface="Fira Mono Medium"/>
              </a:rPr>
              <a:t>Estructura Flexible</a:t>
            </a:r>
            <a:endParaRPr b="0" i="0" sz="1850" u="none" cap="none" strike="noStrike">
              <a:solidFill>
                <a:schemeClr val="dk1"/>
              </a:solidFill>
              <a:latin typeface="Arial"/>
              <a:ea typeface="Arial"/>
              <a:cs typeface="Arial"/>
              <a:sym typeface="Arial"/>
            </a:endParaRPr>
          </a:p>
        </p:txBody>
      </p:sp>
      <p:sp>
        <p:nvSpPr>
          <p:cNvPr id="213" name="Google Shape;213;p2"/>
          <p:cNvSpPr/>
          <p:nvPr/>
        </p:nvSpPr>
        <p:spPr>
          <a:xfrm>
            <a:off x="6155174" y="4791908"/>
            <a:ext cx="7806452" cy="61150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chemeClr val="dk1"/>
                </a:solidFill>
                <a:latin typeface="Fira Sans"/>
                <a:ea typeface="Fira Sans"/>
                <a:cs typeface="Fira Sans"/>
                <a:sym typeface="Fira Sans"/>
              </a:rPr>
              <a:t>A diferencia de las bases de datos SQL, las bases de datos NoSQL no se basan en el modelo relacional y tabular, sino en estructuras de datos más flexibles.</a:t>
            </a:r>
            <a:endParaRPr b="0" i="0" sz="1500" u="none" cap="none" strike="noStrike">
              <a:solidFill>
                <a:schemeClr val="dk1"/>
              </a:solidFill>
              <a:latin typeface="Arial"/>
              <a:ea typeface="Arial"/>
              <a:cs typeface="Arial"/>
              <a:sym typeface="Arial"/>
            </a:endParaRPr>
          </a:p>
        </p:txBody>
      </p:sp>
      <p:pic>
        <p:nvPicPr>
          <p:cNvPr descr="preencoded.png" id="214" name="Google Shape;214;p2"/>
          <p:cNvPicPr preferRelativeResize="0"/>
          <p:nvPr/>
        </p:nvPicPr>
        <p:blipFill rotWithShape="1">
          <a:blip r:embed="rId7">
            <a:alphaModFix/>
          </a:blip>
          <a:srcRect b="0" l="0" r="0" t="0"/>
          <a:stretch/>
        </p:blipFill>
        <p:spPr>
          <a:xfrm>
            <a:off x="6155174" y="5976699"/>
            <a:ext cx="477679" cy="477679"/>
          </a:xfrm>
          <a:prstGeom prst="rect">
            <a:avLst/>
          </a:prstGeom>
          <a:noFill/>
          <a:ln>
            <a:noFill/>
          </a:ln>
        </p:spPr>
      </p:pic>
      <p:sp>
        <p:nvSpPr>
          <p:cNvPr id="215" name="Google Shape;215;p2"/>
          <p:cNvSpPr/>
          <p:nvPr/>
        </p:nvSpPr>
        <p:spPr>
          <a:xfrm>
            <a:off x="6155174" y="6645473"/>
            <a:ext cx="2578298" cy="2984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E0D6DE"/>
              </a:buClr>
              <a:buSzPts val="1850"/>
              <a:buFont typeface="Fira Mono Medium"/>
              <a:buNone/>
            </a:pPr>
            <a:r>
              <a:rPr b="0" i="0" lang="en-US" sz="1850" u="none" cap="none" strike="noStrike">
                <a:solidFill>
                  <a:schemeClr val="dk1"/>
                </a:solidFill>
                <a:latin typeface="Fira Mono Medium"/>
                <a:ea typeface="Fira Mono Medium"/>
                <a:cs typeface="Fira Mono Medium"/>
                <a:sym typeface="Fira Mono Medium"/>
              </a:rPr>
              <a:t>Alta Escalabilidad</a:t>
            </a:r>
            <a:endParaRPr b="0" i="0" sz="1850" u="none" cap="none" strike="noStrike">
              <a:solidFill>
                <a:schemeClr val="dk1"/>
              </a:solidFill>
              <a:latin typeface="Arial"/>
              <a:ea typeface="Arial"/>
              <a:cs typeface="Arial"/>
              <a:sym typeface="Arial"/>
            </a:endParaRPr>
          </a:p>
        </p:txBody>
      </p:sp>
      <p:sp>
        <p:nvSpPr>
          <p:cNvPr id="216" name="Google Shape;216;p2"/>
          <p:cNvSpPr/>
          <p:nvPr/>
        </p:nvSpPr>
        <p:spPr>
          <a:xfrm>
            <a:off x="6155174" y="7058620"/>
            <a:ext cx="7806452" cy="61150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chemeClr val="dk1"/>
                </a:solidFill>
                <a:latin typeface="Fira Sans"/>
                <a:ea typeface="Fira Sans"/>
                <a:cs typeface="Fira Sans"/>
                <a:sym typeface="Fira Sans"/>
              </a:rPr>
              <a:t>NoSQL está diseñado para escalar horizontalmente, distribuyendo datos a través de múltiples servidores para manejar grandes volúmenes de datos y alta carga de trabajo.</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
          <p:cNvSpPr/>
          <p:nvPr/>
        </p:nvSpPr>
        <p:spPr>
          <a:xfrm>
            <a:off x="793790" y="1133475"/>
            <a:ext cx="986540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chemeClr val="dk1"/>
                </a:solidFill>
                <a:latin typeface="Fira Mono Medium"/>
                <a:ea typeface="Fira Mono Medium"/>
                <a:cs typeface="Fira Mono Medium"/>
                <a:sym typeface="Fira Mono Medium"/>
              </a:rPr>
              <a:t>Tipos de Bases de Datos NoSQL</a:t>
            </a:r>
            <a:endParaRPr b="0" i="0" sz="4450" u="none" cap="none" strike="noStrike">
              <a:solidFill>
                <a:schemeClr val="dk1"/>
              </a:solidFill>
              <a:latin typeface="Arial"/>
              <a:ea typeface="Arial"/>
              <a:cs typeface="Arial"/>
              <a:sym typeface="Arial"/>
            </a:endParaRPr>
          </a:p>
        </p:txBody>
      </p:sp>
      <p:pic>
        <p:nvPicPr>
          <p:cNvPr descr="preencoded.png" id="223" name="Google Shape;223;p3"/>
          <p:cNvPicPr preferRelativeResize="0"/>
          <p:nvPr/>
        </p:nvPicPr>
        <p:blipFill rotWithShape="1">
          <a:blip r:embed="rId3">
            <a:alphaModFix/>
          </a:blip>
          <a:srcRect b="0" l="0" r="0" t="0"/>
          <a:stretch/>
        </p:blipFill>
        <p:spPr>
          <a:xfrm>
            <a:off x="793790" y="2295882"/>
            <a:ext cx="3005495" cy="1857494"/>
          </a:xfrm>
          <a:prstGeom prst="rect">
            <a:avLst/>
          </a:prstGeom>
          <a:noFill/>
          <a:ln>
            <a:noFill/>
          </a:ln>
        </p:spPr>
      </p:pic>
      <p:sp>
        <p:nvSpPr>
          <p:cNvPr id="224" name="Google Shape;224;p3"/>
          <p:cNvSpPr/>
          <p:nvPr/>
        </p:nvSpPr>
        <p:spPr>
          <a:xfrm>
            <a:off x="793790" y="4436864"/>
            <a:ext cx="3005495"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Bases de Datos Documentales</a:t>
            </a:r>
            <a:endParaRPr b="0" i="0" sz="2200" u="none" cap="none" strike="noStrike">
              <a:solidFill>
                <a:schemeClr val="dk1"/>
              </a:solidFill>
              <a:latin typeface="Arial"/>
              <a:ea typeface="Arial"/>
              <a:cs typeface="Arial"/>
              <a:sym typeface="Arial"/>
            </a:endParaRPr>
          </a:p>
        </p:txBody>
      </p:sp>
      <p:sp>
        <p:nvSpPr>
          <p:cNvPr id="225" name="Google Shape;225;p3"/>
          <p:cNvSpPr/>
          <p:nvPr/>
        </p:nvSpPr>
        <p:spPr>
          <a:xfrm>
            <a:off x="793790" y="5281613"/>
            <a:ext cx="3005495"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Almacenan datos en forma de documentos, como JSON o XML, permitiendo una estructura flexible y jerárquica.</a:t>
            </a:r>
            <a:endParaRPr b="0" i="0" sz="1750" u="none" cap="none" strike="noStrike">
              <a:solidFill>
                <a:schemeClr val="dk1"/>
              </a:solidFill>
              <a:latin typeface="Arial"/>
              <a:ea typeface="Arial"/>
              <a:cs typeface="Arial"/>
              <a:sym typeface="Arial"/>
            </a:endParaRPr>
          </a:p>
        </p:txBody>
      </p:sp>
      <p:pic>
        <p:nvPicPr>
          <p:cNvPr descr="preencoded.png" id="226" name="Google Shape;226;p3"/>
          <p:cNvPicPr preferRelativeResize="0"/>
          <p:nvPr/>
        </p:nvPicPr>
        <p:blipFill rotWithShape="1">
          <a:blip r:embed="rId4">
            <a:alphaModFix/>
          </a:blip>
          <a:srcRect b="0" l="0" r="0" t="0"/>
          <a:stretch/>
        </p:blipFill>
        <p:spPr>
          <a:xfrm>
            <a:off x="4139446" y="2295882"/>
            <a:ext cx="3005614" cy="1857494"/>
          </a:xfrm>
          <a:prstGeom prst="rect">
            <a:avLst/>
          </a:prstGeom>
          <a:noFill/>
          <a:ln>
            <a:noFill/>
          </a:ln>
        </p:spPr>
      </p:pic>
      <p:sp>
        <p:nvSpPr>
          <p:cNvPr id="227" name="Google Shape;227;p3"/>
          <p:cNvSpPr/>
          <p:nvPr/>
        </p:nvSpPr>
        <p:spPr>
          <a:xfrm>
            <a:off x="4139446" y="4436864"/>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Bases de Datos Clave-Valor</a:t>
            </a:r>
            <a:endParaRPr b="0" i="0" sz="2200" u="none" cap="none" strike="noStrike">
              <a:solidFill>
                <a:schemeClr val="dk1"/>
              </a:solidFill>
              <a:latin typeface="Arial"/>
              <a:ea typeface="Arial"/>
              <a:cs typeface="Arial"/>
              <a:sym typeface="Arial"/>
            </a:endParaRPr>
          </a:p>
        </p:txBody>
      </p:sp>
      <p:sp>
        <p:nvSpPr>
          <p:cNvPr id="228" name="Google Shape;228;p3"/>
          <p:cNvSpPr/>
          <p:nvPr/>
        </p:nvSpPr>
        <p:spPr>
          <a:xfrm>
            <a:off x="4139446" y="5281613"/>
            <a:ext cx="300561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Utilizan un esquema simple de pares clave-valor para almacenar y recuperar datos de manera rápida y eficiente.</a:t>
            </a:r>
            <a:endParaRPr b="0" i="0" sz="1750" u="none" cap="none" strike="noStrike">
              <a:solidFill>
                <a:schemeClr val="dk1"/>
              </a:solidFill>
              <a:latin typeface="Arial"/>
              <a:ea typeface="Arial"/>
              <a:cs typeface="Arial"/>
              <a:sym typeface="Arial"/>
            </a:endParaRPr>
          </a:p>
        </p:txBody>
      </p:sp>
      <p:pic>
        <p:nvPicPr>
          <p:cNvPr descr="preencoded.png" id="229" name="Google Shape;229;p3"/>
          <p:cNvPicPr preferRelativeResize="0"/>
          <p:nvPr/>
        </p:nvPicPr>
        <p:blipFill rotWithShape="1">
          <a:blip r:embed="rId5">
            <a:alphaModFix/>
          </a:blip>
          <a:srcRect b="0" l="0" r="0" t="0"/>
          <a:stretch/>
        </p:blipFill>
        <p:spPr>
          <a:xfrm>
            <a:off x="7485221" y="2295882"/>
            <a:ext cx="3005614" cy="1857494"/>
          </a:xfrm>
          <a:prstGeom prst="rect">
            <a:avLst/>
          </a:prstGeom>
          <a:noFill/>
          <a:ln>
            <a:noFill/>
          </a:ln>
        </p:spPr>
      </p:pic>
      <p:sp>
        <p:nvSpPr>
          <p:cNvPr id="230" name="Google Shape;230;p3"/>
          <p:cNvSpPr/>
          <p:nvPr/>
        </p:nvSpPr>
        <p:spPr>
          <a:xfrm>
            <a:off x="7485221" y="4436864"/>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Bases de Datos Columnares</a:t>
            </a:r>
            <a:endParaRPr b="0" i="0" sz="2200" u="none" cap="none" strike="noStrike">
              <a:solidFill>
                <a:schemeClr val="dk1"/>
              </a:solidFill>
              <a:latin typeface="Arial"/>
              <a:ea typeface="Arial"/>
              <a:cs typeface="Arial"/>
              <a:sym typeface="Arial"/>
            </a:endParaRPr>
          </a:p>
        </p:txBody>
      </p:sp>
      <p:sp>
        <p:nvSpPr>
          <p:cNvPr id="231" name="Google Shape;231;p3"/>
          <p:cNvSpPr/>
          <p:nvPr/>
        </p:nvSpPr>
        <p:spPr>
          <a:xfrm>
            <a:off x="7485221" y="5281613"/>
            <a:ext cx="300561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Organizan los datos por columnas en lugar de filas, lo que las hace eficientes para análisis y consultas.</a:t>
            </a:r>
            <a:endParaRPr b="0" i="0" sz="1750" u="none" cap="none" strike="noStrike">
              <a:solidFill>
                <a:schemeClr val="dk1"/>
              </a:solidFill>
              <a:latin typeface="Arial"/>
              <a:ea typeface="Arial"/>
              <a:cs typeface="Arial"/>
              <a:sym typeface="Arial"/>
            </a:endParaRPr>
          </a:p>
        </p:txBody>
      </p:sp>
      <p:pic>
        <p:nvPicPr>
          <p:cNvPr descr="preencoded.png" id="232" name="Google Shape;232;p3"/>
          <p:cNvPicPr preferRelativeResize="0"/>
          <p:nvPr/>
        </p:nvPicPr>
        <p:blipFill rotWithShape="1">
          <a:blip r:embed="rId6">
            <a:alphaModFix/>
          </a:blip>
          <a:srcRect b="0" l="0" r="0" t="0"/>
          <a:stretch/>
        </p:blipFill>
        <p:spPr>
          <a:xfrm>
            <a:off x="10830997" y="2295882"/>
            <a:ext cx="3005614" cy="1857494"/>
          </a:xfrm>
          <a:prstGeom prst="rect">
            <a:avLst/>
          </a:prstGeom>
          <a:noFill/>
          <a:ln>
            <a:noFill/>
          </a:ln>
        </p:spPr>
      </p:pic>
      <p:sp>
        <p:nvSpPr>
          <p:cNvPr id="233" name="Google Shape;233;p3"/>
          <p:cNvSpPr/>
          <p:nvPr/>
        </p:nvSpPr>
        <p:spPr>
          <a:xfrm>
            <a:off x="10830997" y="4436864"/>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Bases de Datos de Grafos</a:t>
            </a:r>
            <a:endParaRPr b="0" i="0" sz="2200" u="none" cap="none" strike="noStrike">
              <a:solidFill>
                <a:schemeClr val="dk1"/>
              </a:solidFill>
              <a:latin typeface="Arial"/>
              <a:ea typeface="Arial"/>
              <a:cs typeface="Arial"/>
              <a:sym typeface="Arial"/>
            </a:endParaRPr>
          </a:p>
        </p:txBody>
      </p:sp>
      <p:sp>
        <p:nvSpPr>
          <p:cNvPr id="234" name="Google Shape;234;p3"/>
          <p:cNvSpPr/>
          <p:nvPr/>
        </p:nvSpPr>
        <p:spPr>
          <a:xfrm>
            <a:off x="10830997" y="5281613"/>
            <a:ext cx="300561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Modelan los datos como una red de nodos y relaciones, siendo ideales para aplicaciones con estructuras complejas.</a:t>
            </a:r>
            <a:endParaRPr b="0" i="0" sz="175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
          <p:cNvSpPr/>
          <p:nvPr/>
        </p:nvSpPr>
        <p:spPr>
          <a:xfrm>
            <a:off x="793790" y="1617107"/>
            <a:ext cx="9185077"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chemeClr val="dk1"/>
                </a:solidFill>
                <a:latin typeface="Fira Mono Medium"/>
                <a:ea typeface="Fira Mono Medium"/>
                <a:cs typeface="Fira Mono Medium"/>
                <a:sym typeface="Fira Mono Medium"/>
              </a:rPr>
              <a:t>Bases de Datos Documentales</a:t>
            </a:r>
            <a:endParaRPr b="0" i="0" sz="4450" u="none" cap="none" strike="noStrike">
              <a:solidFill>
                <a:schemeClr val="dk1"/>
              </a:solidFill>
              <a:latin typeface="Arial"/>
              <a:ea typeface="Arial"/>
              <a:cs typeface="Arial"/>
              <a:sym typeface="Arial"/>
            </a:endParaRPr>
          </a:p>
        </p:txBody>
      </p:sp>
      <p:sp>
        <p:nvSpPr>
          <p:cNvPr id="241" name="Google Shape;241;p4"/>
          <p:cNvSpPr/>
          <p:nvPr/>
        </p:nvSpPr>
        <p:spPr>
          <a:xfrm>
            <a:off x="793800" y="2870125"/>
            <a:ext cx="6244800" cy="2016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Las bases de datos documentales, como MongoDB, almacenan datos en formato de documentos flexibles, generalmente en JSON o XML. Cada documento puede tener una estructura única, lo que permite una mayor flexibilidad y adaptabilidad a las necesidades cambiantes de los datos.</a:t>
            </a:r>
            <a:endParaRPr b="0" i="0" sz="1750" u="none" cap="none" strike="noStrike">
              <a:solidFill>
                <a:schemeClr val="dk1"/>
              </a:solidFill>
              <a:latin typeface="Arial"/>
              <a:ea typeface="Arial"/>
              <a:cs typeface="Arial"/>
              <a:sym typeface="Arial"/>
            </a:endParaRPr>
          </a:p>
        </p:txBody>
      </p:sp>
      <p:sp>
        <p:nvSpPr>
          <p:cNvPr id="242" name="Google Shape;242;p4"/>
          <p:cNvSpPr/>
          <p:nvPr/>
        </p:nvSpPr>
        <p:spPr>
          <a:xfrm>
            <a:off x="793750" y="5017275"/>
            <a:ext cx="6244800" cy="2016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A diferencia de las bases de datos relacionales, las bases de datos documentales no requieren un esquema rígido, permitiendo una rápida iteración y desarrollo ágil de aplicaciones.</a:t>
            </a:r>
            <a:endParaRPr b="0" i="0" sz="1750" u="none" cap="none" strike="noStrike">
              <a:solidFill>
                <a:schemeClr val="dk1"/>
              </a:solidFill>
              <a:latin typeface="Arial"/>
              <a:ea typeface="Arial"/>
              <a:cs typeface="Arial"/>
              <a:sym typeface="Arial"/>
            </a:endParaRPr>
          </a:p>
        </p:txBody>
      </p:sp>
      <p:pic>
        <p:nvPicPr>
          <p:cNvPr descr="preencoded.png" id="243" name="Google Shape;243;p4"/>
          <p:cNvPicPr preferRelativeResize="0"/>
          <p:nvPr/>
        </p:nvPicPr>
        <p:blipFill rotWithShape="1">
          <a:blip r:embed="rId3">
            <a:alphaModFix/>
          </a:blip>
          <a:srcRect b="0" l="0" r="0" t="0"/>
          <a:stretch/>
        </p:blipFill>
        <p:spPr>
          <a:xfrm>
            <a:off x="7599521" y="2921198"/>
            <a:ext cx="6244709" cy="3436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preencoded.png" id="249" name="Google Shape;249;p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50" name="Google Shape;250;p5"/>
          <p:cNvPicPr preferRelativeResize="0"/>
          <p:nvPr/>
        </p:nvPicPr>
        <p:blipFill rotWithShape="1">
          <a:blip r:embed="rId4">
            <a:alphaModFix/>
          </a:blip>
          <a:srcRect b="0" l="0" r="0" t="0"/>
          <a:stretch/>
        </p:blipFill>
        <p:spPr>
          <a:xfrm>
            <a:off x="9427488" y="931545"/>
            <a:ext cx="4919305" cy="6366510"/>
          </a:xfrm>
          <a:prstGeom prst="rect">
            <a:avLst/>
          </a:prstGeom>
          <a:noFill/>
          <a:ln>
            <a:noFill/>
          </a:ln>
        </p:spPr>
      </p:pic>
      <p:sp>
        <p:nvSpPr>
          <p:cNvPr id="251" name="Google Shape;251;p5"/>
          <p:cNvSpPr/>
          <p:nvPr/>
        </p:nvSpPr>
        <p:spPr>
          <a:xfrm>
            <a:off x="793790" y="1838206"/>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chemeClr val="dk1"/>
                </a:solidFill>
                <a:latin typeface="Fira Mono Medium"/>
                <a:ea typeface="Fira Mono Medium"/>
                <a:cs typeface="Fira Mono Medium"/>
                <a:sym typeface="Fira Mono Medium"/>
              </a:rPr>
              <a:t>Bases de Datos Clave-Valor</a:t>
            </a:r>
            <a:endParaRPr b="0" i="0" sz="4450" u="none" cap="none" strike="noStrike">
              <a:solidFill>
                <a:schemeClr val="dk1"/>
              </a:solidFill>
              <a:latin typeface="Arial"/>
              <a:ea typeface="Arial"/>
              <a:cs typeface="Arial"/>
              <a:sym typeface="Arial"/>
            </a:endParaRPr>
          </a:p>
        </p:txBody>
      </p:sp>
      <p:sp>
        <p:nvSpPr>
          <p:cNvPr id="252" name="Google Shape;252;p5"/>
          <p:cNvSpPr/>
          <p:nvPr/>
        </p:nvSpPr>
        <p:spPr>
          <a:xfrm>
            <a:off x="793790" y="3595926"/>
            <a:ext cx="75564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Las bases de datos clave-valor son un tipo de base de datos NoSQL que almacenan datos en pares de clave-valor. Cada clave es única y se asocia con un valor, que puede ser un simple dato o un objeto complejo.</a:t>
            </a:r>
            <a:endParaRPr b="0" i="0" sz="1750" u="none" cap="none" strike="noStrike">
              <a:solidFill>
                <a:schemeClr val="dk1"/>
              </a:solidFill>
              <a:latin typeface="Arial"/>
              <a:ea typeface="Arial"/>
              <a:cs typeface="Arial"/>
              <a:sym typeface="Arial"/>
            </a:endParaRPr>
          </a:p>
        </p:txBody>
      </p:sp>
      <p:sp>
        <p:nvSpPr>
          <p:cNvPr id="253" name="Google Shape;253;p5"/>
          <p:cNvSpPr/>
          <p:nvPr/>
        </p:nvSpPr>
        <p:spPr>
          <a:xfrm>
            <a:off x="793790" y="4939784"/>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Este modelo de datos es simple y eficiente, lo que lo hace ideal para aplicaciones que requieren un acceso rápido a datos sin necesidad de complejas consultas. Ejemplos de uso incluyen almacenamiento de sesiones, caché de aplicaciones y gestión de preferencias de usuario.</a:t>
            </a:r>
            <a:endParaRPr b="0" i="0" sz="175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6"/>
          <p:cNvSpPr/>
          <p:nvPr/>
        </p:nvSpPr>
        <p:spPr>
          <a:xfrm>
            <a:off x="793790" y="784503"/>
            <a:ext cx="850463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chemeClr val="dk1"/>
                </a:solidFill>
                <a:latin typeface="Fira Mono Medium"/>
                <a:ea typeface="Fira Mono Medium"/>
                <a:cs typeface="Fira Mono Medium"/>
                <a:sym typeface="Fira Mono Medium"/>
              </a:rPr>
              <a:t>Bases de Datos Columnares</a:t>
            </a:r>
            <a:endParaRPr b="0" i="0" sz="4450" u="none" cap="none" strike="noStrike">
              <a:solidFill>
                <a:schemeClr val="dk1"/>
              </a:solidFill>
              <a:latin typeface="Arial"/>
              <a:ea typeface="Arial"/>
              <a:cs typeface="Arial"/>
              <a:sym typeface="Arial"/>
            </a:endParaRPr>
          </a:p>
        </p:txBody>
      </p:sp>
      <p:pic>
        <p:nvPicPr>
          <p:cNvPr descr="preencoded.png" id="260" name="Google Shape;260;p6"/>
          <p:cNvPicPr preferRelativeResize="0"/>
          <p:nvPr/>
        </p:nvPicPr>
        <p:blipFill rotWithShape="1">
          <a:blip r:embed="rId3">
            <a:alphaModFix/>
          </a:blip>
          <a:srcRect b="0" l="0" r="0" t="0"/>
          <a:stretch/>
        </p:blipFill>
        <p:spPr>
          <a:xfrm>
            <a:off x="793790" y="1946910"/>
            <a:ext cx="4120753" cy="2546747"/>
          </a:xfrm>
          <a:prstGeom prst="rect">
            <a:avLst/>
          </a:prstGeom>
          <a:noFill/>
          <a:ln>
            <a:noFill/>
          </a:ln>
        </p:spPr>
      </p:pic>
      <p:sp>
        <p:nvSpPr>
          <p:cNvPr id="261" name="Google Shape;261;p6"/>
          <p:cNvSpPr/>
          <p:nvPr/>
        </p:nvSpPr>
        <p:spPr>
          <a:xfrm>
            <a:off x="793790" y="4777145"/>
            <a:ext cx="374058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Estructura de Columnas</a:t>
            </a:r>
            <a:endParaRPr b="0" i="0" sz="2200" u="none" cap="none" strike="noStrike">
              <a:solidFill>
                <a:schemeClr val="dk1"/>
              </a:solidFill>
              <a:latin typeface="Arial"/>
              <a:ea typeface="Arial"/>
              <a:cs typeface="Arial"/>
              <a:sym typeface="Arial"/>
            </a:endParaRPr>
          </a:p>
        </p:txBody>
      </p:sp>
      <p:sp>
        <p:nvSpPr>
          <p:cNvPr id="262" name="Google Shape;262;p6"/>
          <p:cNvSpPr/>
          <p:nvPr/>
        </p:nvSpPr>
        <p:spPr>
          <a:xfrm>
            <a:off x="793790" y="5267563"/>
            <a:ext cx="412075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Las bases de datos columnares organizan los datos en columnas en lugar de filas, lo que permite un acceso rápido y eficiente a datos específicos.</a:t>
            </a:r>
            <a:endParaRPr b="0" i="0" sz="1750" u="none" cap="none" strike="noStrike">
              <a:solidFill>
                <a:schemeClr val="dk1"/>
              </a:solidFill>
              <a:latin typeface="Arial"/>
              <a:ea typeface="Arial"/>
              <a:cs typeface="Arial"/>
              <a:sym typeface="Arial"/>
            </a:endParaRPr>
          </a:p>
        </p:txBody>
      </p:sp>
      <p:pic>
        <p:nvPicPr>
          <p:cNvPr descr="preencoded.png" id="263" name="Google Shape;263;p6"/>
          <p:cNvPicPr preferRelativeResize="0"/>
          <p:nvPr/>
        </p:nvPicPr>
        <p:blipFill rotWithShape="1">
          <a:blip r:embed="rId4">
            <a:alphaModFix/>
          </a:blip>
          <a:srcRect b="0" l="0" r="0" t="0"/>
          <a:stretch/>
        </p:blipFill>
        <p:spPr>
          <a:xfrm>
            <a:off x="5254704" y="1946910"/>
            <a:ext cx="4120872" cy="2546866"/>
          </a:xfrm>
          <a:prstGeom prst="rect">
            <a:avLst/>
          </a:prstGeom>
          <a:noFill/>
          <a:ln>
            <a:noFill/>
          </a:ln>
        </p:spPr>
      </p:pic>
      <p:sp>
        <p:nvSpPr>
          <p:cNvPr id="264" name="Google Shape;264;p6"/>
          <p:cNvSpPr/>
          <p:nvPr/>
        </p:nvSpPr>
        <p:spPr>
          <a:xfrm>
            <a:off x="5254704" y="4777264"/>
            <a:ext cx="289048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Análisis de Datos</a:t>
            </a:r>
            <a:endParaRPr b="0" i="0" sz="2200" u="none" cap="none" strike="noStrike">
              <a:solidFill>
                <a:schemeClr val="dk1"/>
              </a:solidFill>
              <a:latin typeface="Arial"/>
              <a:ea typeface="Arial"/>
              <a:cs typeface="Arial"/>
              <a:sym typeface="Arial"/>
            </a:endParaRPr>
          </a:p>
        </p:txBody>
      </p:sp>
      <p:sp>
        <p:nvSpPr>
          <p:cNvPr id="265" name="Google Shape;265;p6"/>
          <p:cNvSpPr/>
          <p:nvPr/>
        </p:nvSpPr>
        <p:spPr>
          <a:xfrm>
            <a:off x="5254704" y="5267682"/>
            <a:ext cx="4120872"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Estas bases de datos son especialmente útiles para análisis de big data y aplicaciones de inteligencia de negocios que requieren consultas rápidas sobre grandes conjuntos de datos.</a:t>
            </a:r>
            <a:endParaRPr b="0" i="0" sz="1750" u="none" cap="none" strike="noStrike">
              <a:solidFill>
                <a:schemeClr val="dk1"/>
              </a:solidFill>
              <a:latin typeface="Arial"/>
              <a:ea typeface="Arial"/>
              <a:cs typeface="Arial"/>
              <a:sym typeface="Arial"/>
            </a:endParaRPr>
          </a:p>
        </p:txBody>
      </p:sp>
      <p:pic>
        <p:nvPicPr>
          <p:cNvPr descr="preencoded.png" id="266" name="Google Shape;266;p6"/>
          <p:cNvPicPr preferRelativeResize="0"/>
          <p:nvPr/>
        </p:nvPicPr>
        <p:blipFill rotWithShape="1">
          <a:blip r:embed="rId5">
            <a:alphaModFix/>
          </a:blip>
          <a:srcRect b="0" l="0" r="0" t="0"/>
          <a:stretch/>
        </p:blipFill>
        <p:spPr>
          <a:xfrm>
            <a:off x="9715738" y="1946910"/>
            <a:ext cx="4120753" cy="2546747"/>
          </a:xfrm>
          <a:prstGeom prst="rect">
            <a:avLst/>
          </a:prstGeom>
          <a:noFill/>
          <a:ln>
            <a:noFill/>
          </a:ln>
        </p:spPr>
      </p:pic>
      <p:sp>
        <p:nvSpPr>
          <p:cNvPr id="267" name="Google Shape;267;p6"/>
          <p:cNvSpPr/>
          <p:nvPr/>
        </p:nvSpPr>
        <p:spPr>
          <a:xfrm>
            <a:off x="9715738" y="4777145"/>
            <a:ext cx="408062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Almacenamiento Eficiente</a:t>
            </a:r>
            <a:endParaRPr b="0" i="0" sz="2200" u="none" cap="none" strike="noStrike">
              <a:solidFill>
                <a:schemeClr val="dk1"/>
              </a:solidFill>
              <a:latin typeface="Arial"/>
              <a:ea typeface="Arial"/>
              <a:cs typeface="Arial"/>
              <a:sym typeface="Arial"/>
            </a:endParaRPr>
          </a:p>
        </p:txBody>
      </p:sp>
      <p:sp>
        <p:nvSpPr>
          <p:cNvPr id="268" name="Google Shape;268;p6"/>
          <p:cNvSpPr/>
          <p:nvPr/>
        </p:nvSpPr>
        <p:spPr>
          <a:xfrm>
            <a:off x="9715738" y="5267563"/>
            <a:ext cx="4120753"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El almacenamiento por columna permite una mayor compresión de datos y un uso más eficiente del espacio de almacenamiento en comparación con las bases de datos relacionales.</a:t>
            </a:r>
            <a:endParaRPr b="0" i="0" sz="175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descr="preencoded.png" id="274" name="Google Shape;274;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75" name="Google Shape;275;p7"/>
          <p:cNvPicPr preferRelativeResize="0"/>
          <p:nvPr/>
        </p:nvPicPr>
        <p:blipFill rotWithShape="1">
          <a:blip r:embed="rId4">
            <a:alphaModFix/>
          </a:blip>
          <a:srcRect b="0" l="0" r="0" t="0"/>
          <a:stretch/>
        </p:blipFill>
        <p:spPr>
          <a:xfrm>
            <a:off x="9427488" y="2589728"/>
            <a:ext cx="4919305" cy="3050024"/>
          </a:xfrm>
          <a:prstGeom prst="rect">
            <a:avLst/>
          </a:prstGeom>
          <a:noFill/>
          <a:ln>
            <a:noFill/>
          </a:ln>
        </p:spPr>
      </p:pic>
      <p:sp>
        <p:nvSpPr>
          <p:cNvPr id="276" name="Google Shape;276;p7"/>
          <p:cNvSpPr/>
          <p:nvPr/>
        </p:nvSpPr>
        <p:spPr>
          <a:xfrm>
            <a:off x="793790" y="1656755"/>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chemeClr val="dk1"/>
                </a:solidFill>
                <a:latin typeface="Fira Mono Medium"/>
                <a:ea typeface="Fira Mono Medium"/>
                <a:cs typeface="Fira Mono Medium"/>
                <a:sym typeface="Fira Mono Medium"/>
              </a:rPr>
              <a:t>Bases de Datos de Grafos</a:t>
            </a:r>
            <a:endParaRPr b="0" i="0" sz="4450" u="none" cap="none" strike="noStrike">
              <a:solidFill>
                <a:schemeClr val="dk1"/>
              </a:solidFill>
              <a:latin typeface="Arial"/>
              <a:ea typeface="Arial"/>
              <a:cs typeface="Arial"/>
              <a:sym typeface="Arial"/>
            </a:endParaRPr>
          </a:p>
        </p:txBody>
      </p:sp>
      <p:sp>
        <p:nvSpPr>
          <p:cNvPr id="277" name="Google Shape;277;p7"/>
          <p:cNvSpPr/>
          <p:nvPr/>
        </p:nvSpPr>
        <p:spPr>
          <a:xfrm>
            <a:off x="793790" y="3414474"/>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Las bases de datos de grafos representan relaciones complejas entre entidades utilizando una estructura de nodos y aristas. Esta aproximación es particularmente eficaz para analizar redes sociales, sistemas de recomendación y aplicaciones de inteligencia artificial.</a:t>
            </a:r>
            <a:endParaRPr b="0" i="0" sz="1750" u="none" cap="none" strike="noStrike">
              <a:solidFill>
                <a:schemeClr val="dk1"/>
              </a:solidFill>
              <a:latin typeface="Arial"/>
              <a:ea typeface="Arial"/>
              <a:cs typeface="Arial"/>
              <a:sym typeface="Arial"/>
            </a:endParaRPr>
          </a:p>
        </p:txBody>
      </p:sp>
      <p:sp>
        <p:nvSpPr>
          <p:cNvPr id="278" name="Google Shape;278;p7"/>
          <p:cNvSpPr/>
          <p:nvPr/>
        </p:nvSpPr>
        <p:spPr>
          <a:xfrm>
            <a:off x="793790" y="512123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Las bases de datos de grafos destacan por su capacidad para modelar e interrogar datos con estructuras jerárquicas y conectadas, lo que las convierte en una opción ideal para aplicaciones que requieren análisis de patrones y recorridos a través de conexiones entre datos.</a:t>
            </a:r>
            <a:endParaRPr b="0" i="0" sz="175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8"/>
          <p:cNvSpPr/>
          <p:nvPr/>
        </p:nvSpPr>
        <p:spPr>
          <a:xfrm>
            <a:off x="793790" y="1092637"/>
            <a:ext cx="1292709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chemeClr val="dk1"/>
                </a:solidFill>
                <a:latin typeface="Fira Mono Medium"/>
                <a:ea typeface="Fira Mono Medium"/>
                <a:cs typeface="Fira Mono Medium"/>
                <a:sym typeface="Fira Mono Medium"/>
              </a:rPr>
              <a:t>Ventajas y desventajas de NoSQL vs SQL</a:t>
            </a:r>
            <a:endParaRPr b="0" i="0" sz="4450" u="none" cap="none" strike="noStrike">
              <a:solidFill>
                <a:schemeClr val="dk1"/>
              </a:solidFill>
              <a:latin typeface="Arial"/>
              <a:ea typeface="Arial"/>
              <a:cs typeface="Arial"/>
              <a:sym typeface="Arial"/>
            </a:endParaRPr>
          </a:p>
        </p:txBody>
      </p:sp>
      <p:sp>
        <p:nvSpPr>
          <p:cNvPr id="285" name="Google Shape;285;p8"/>
          <p:cNvSpPr/>
          <p:nvPr/>
        </p:nvSpPr>
        <p:spPr>
          <a:xfrm>
            <a:off x="793790" y="2368391"/>
            <a:ext cx="2845594" cy="70866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BF3FA"/>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Ventajas de NoSQL</a:t>
            </a:r>
            <a:endParaRPr b="0" i="0" sz="2200" u="none" cap="none" strike="noStrike">
              <a:solidFill>
                <a:schemeClr val="dk1"/>
              </a:solidFill>
              <a:latin typeface="Arial"/>
              <a:ea typeface="Arial"/>
              <a:cs typeface="Arial"/>
              <a:sym typeface="Arial"/>
            </a:endParaRPr>
          </a:p>
        </p:txBody>
      </p:sp>
      <p:sp>
        <p:nvSpPr>
          <p:cNvPr id="286" name="Google Shape;286;p8"/>
          <p:cNvSpPr/>
          <p:nvPr/>
        </p:nvSpPr>
        <p:spPr>
          <a:xfrm>
            <a:off x="793790" y="3303865"/>
            <a:ext cx="2845594"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Mayor escalabilidad y rendimiento para grandes volúmenes de datos. Flexibilidad en el esquema, adaptándose mejor a cambios en los datos. Mejor rendimiento para ciertos tipos de consultas, como búsquedas y análisis en tiempo real.</a:t>
            </a:r>
            <a:endParaRPr b="0" i="0" sz="1750" u="none" cap="none" strike="noStrike">
              <a:solidFill>
                <a:schemeClr val="dk1"/>
              </a:solidFill>
              <a:latin typeface="Arial"/>
              <a:ea typeface="Arial"/>
              <a:cs typeface="Arial"/>
              <a:sym typeface="Arial"/>
            </a:endParaRPr>
          </a:p>
        </p:txBody>
      </p:sp>
      <p:sp>
        <p:nvSpPr>
          <p:cNvPr id="287" name="Google Shape;287;p8"/>
          <p:cNvSpPr/>
          <p:nvPr/>
        </p:nvSpPr>
        <p:spPr>
          <a:xfrm>
            <a:off x="4200406" y="2368391"/>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Desventajas de NoSQL</a:t>
            </a:r>
            <a:endParaRPr b="0" i="0" sz="2200" u="none" cap="none" strike="noStrike">
              <a:solidFill>
                <a:schemeClr val="dk1"/>
              </a:solidFill>
              <a:latin typeface="Arial"/>
              <a:ea typeface="Arial"/>
              <a:cs typeface="Arial"/>
              <a:sym typeface="Arial"/>
            </a:endParaRPr>
          </a:p>
        </p:txBody>
      </p:sp>
      <p:sp>
        <p:nvSpPr>
          <p:cNvPr id="288" name="Google Shape;288;p8"/>
          <p:cNvSpPr/>
          <p:nvPr/>
        </p:nvSpPr>
        <p:spPr>
          <a:xfrm>
            <a:off x="4200406" y="3303865"/>
            <a:ext cx="2845594"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Menor soporte para transacciones complejas y consistencia de datos. Menor madurez y soporte en el mercado. Requiere mayor experiencia técnica para su correcta implementación y mantenimiento.</a:t>
            </a:r>
            <a:endParaRPr b="0" i="0" sz="1750" u="none" cap="none" strike="noStrike">
              <a:solidFill>
                <a:schemeClr val="dk1"/>
              </a:solidFill>
              <a:latin typeface="Arial"/>
              <a:ea typeface="Arial"/>
              <a:cs typeface="Arial"/>
              <a:sym typeface="Arial"/>
            </a:endParaRPr>
          </a:p>
        </p:txBody>
      </p:sp>
      <p:sp>
        <p:nvSpPr>
          <p:cNvPr id="289" name="Google Shape;289;p8"/>
          <p:cNvSpPr/>
          <p:nvPr/>
        </p:nvSpPr>
        <p:spPr>
          <a:xfrm>
            <a:off x="7607022" y="236839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Ventajas de SQL</a:t>
            </a:r>
            <a:endParaRPr b="0" i="0" sz="2200" u="none" cap="none" strike="noStrike">
              <a:solidFill>
                <a:schemeClr val="dk1"/>
              </a:solidFill>
              <a:latin typeface="Arial"/>
              <a:ea typeface="Arial"/>
              <a:cs typeface="Arial"/>
              <a:sym typeface="Arial"/>
            </a:endParaRPr>
          </a:p>
        </p:txBody>
      </p:sp>
      <p:sp>
        <p:nvSpPr>
          <p:cNvPr id="290" name="Google Shape;290;p8"/>
          <p:cNvSpPr/>
          <p:nvPr/>
        </p:nvSpPr>
        <p:spPr>
          <a:xfrm>
            <a:off x="7607022" y="2949535"/>
            <a:ext cx="2845594"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Robustez y madurez, con sólidas garantías de Atomicidad, Consistencia, Aislamiento y Durabilidad (ACID) de las transacciones. Mayor soporte y herramientas disponibles. Mejor opción para aplicaciones que requieren integridad de datos.</a:t>
            </a:r>
            <a:endParaRPr b="0" i="0" sz="1750" u="none" cap="none" strike="noStrike">
              <a:solidFill>
                <a:schemeClr val="dk1"/>
              </a:solidFill>
              <a:latin typeface="Arial"/>
              <a:ea typeface="Arial"/>
              <a:cs typeface="Arial"/>
              <a:sym typeface="Arial"/>
            </a:endParaRPr>
          </a:p>
        </p:txBody>
      </p:sp>
      <p:sp>
        <p:nvSpPr>
          <p:cNvPr id="291" name="Google Shape;291;p8"/>
          <p:cNvSpPr/>
          <p:nvPr/>
        </p:nvSpPr>
        <p:spPr>
          <a:xfrm>
            <a:off x="11013638" y="2368391"/>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Desventajas de SQL</a:t>
            </a:r>
            <a:endParaRPr b="0" i="0" sz="2200" u="none" cap="none" strike="noStrike">
              <a:solidFill>
                <a:schemeClr val="dk1"/>
              </a:solidFill>
              <a:latin typeface="Arial"/>
              <a:ea typeface="Arial"/>
              <a:cs typeface="Arial"/>
              <a:sym typeface="Arial"/>
            </a:endParaRPr>
          </a:p>
        </p:txBody>
      </p:sp>
      <p:sp>
        <p:nvSpPr>
          <p:cNvPr id="292" name="Google Shape;292;p8"/>
          <p:cNvSpPr/>
          <p:nvPr/>
        </p:nvSpPr>
        <p:spPr>
          <a:xfrm>
            <a:off x="11013638" y="3303865"/>
            <a:ext cx="2845594"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Menor escalabilidad y rendimiento para grandes volúmenes de datos y cargas de trabajo altamente paralelas. Esquemas más rígidos que dificultan adaptarse a cambios en los datos.</a:t>
            </a:r>
            <a:endParaRPr b="0" i="0" sz="175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9"/>
          <p:cNvSpPr/>
          <p:nvPr/>
        </p:nvSpPr>
        <p:spPr>
          <a:xfrm>
            <a:off x="793790" y="1024533"/>
            <a:ext cx="7143988"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Casos de uso de NoSQL</a:t>
            </a:r>
            <a:endParaRPr b="0" i="0" sz="4450" u="none" cap="none" strike="noStrike">
              <a:solidFill>
                <a:srgbClr val="000000"/>
              </a:solidFill>
              <a:latin typeface="Arial"/>
              <a:ea typeface="Arial"/>
              <a:cs typeface="Arial"/>
              <a:sym typeface="Arial"/>
            </a:endParaRPr>
          </a:p>
        </p:txBody>
      </p:sp>
      <p:sp>
        <p:nvSpPr>
          <p:cNvPr id="299" name="Google Shape;299;p9"/>
          <p:cNvSpPr/>
          <p:nvPr/>
        </p:nvSpPr>
        <p:spPr>
          <a:xfrm>
            <a:off x="793790" y="2186940"/>
            <a:ext cx="6408063" cy="2395657"/>
          </a:xfrm>
          <a:prstGeom prst="roundRect">
            <a:avLst>
              <a:gd fmla="val 1420"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9"/>
          <p:cNvSpPr/>
          <p:nvPr/>
        </p:nvSpPr>
        <p:spPr>
          <a:xfrm>
            <a:off x="1020604" y="2413754"/>
            <a:ext cx="5780842"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Big Data y Análisis en Tiempo Real</a:t>
            </a:r>
            <a:endParaRPr b="0" i="0" sz="2200" u="none" cap="none" strike="noStrike">
              <a:solidFill>
                <a:srgbClr val="000000"/>
              </a:solidFill>
              <a:latin typeface="Arial"/>
              <a:ea typeface="Arial"/>
              <a:cs typeface="Arial"/>
              <a:sym typeface="Arial"/>
            </a:endParaRPr>
          </a:p>
        </p:txBody>
      </p:sp>
      <p:sp>
        <p:nvSpPr>
          <p:cNvPr id="301" name="Google Shape;301;p9"/>
          <p:cNvSpPr/>
          <p:nvPr/>
        </p:nvSpPr>
        <p:spPr>
          <a:xfrm>
            <a:off x="1020604" y="290417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NoSQL son ideales para manejar grandes volúmenes de datos no estructurados y procesar información en tiempo real, como en aplicaciones web, IoT y análisis predictivo.</a:t>
            </a:r>
            <a:endParaRPr b="0" i="0" sz="1750" u="none" cap="none" strike="noStrike">
              <a:solidFill>
                <a:srgbClr val="000000"/>
              </a:solidFill>
              <a:latin typeface="Arial"/>
              <a:ea typeface="Arial"/>
              <a:cs typeface="Arial"/>
              <a:sym typeface="Arial"/>
            </a:endParaRPr>
          </a:p>
        </p:txBody>
      </p:sp>
      <p:sp>
        <p:nvSpPr>
          <p:cNvPr id="302" name="Google Shape;302;p9"/>
          <p:cNvSpPr/>
          <p:nvPr/>
        </p:nvSpPr>
        <p:spPr>
          <a:xfrm>
            <a:off x="7428667" y="2186940"/>
            <a:ext cx="6408063" cy="2395657"/>
          </a:xfrm>
          <a:prstGeom prst="roundRect">
            <a:avLst>
              <a:gd fmla="val 1420"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9"/>
          <p:cNvSpPr/>
          <p:nvPr/>
        </p:nvSpPr>
        <p:spPr>
          <a:xfrm>
            <a:off x="7655481" y="2413754"/>
            <a:ext cx="425065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Sistemas de Recomendación</a:t>
            </a:r>
            <a:endParaRPr b="0" i="0" sz="2200" u="none" cap="none" strike="noStrike">
              <a:solidFill>
                <a:srgbClr val="000000"/>
              </a:solidFill>
              <a:latin typeface="Arial"/>
              <a:ea typeface="Arial"/>
              <a:cs typeface="Arial"/>
              <a:sym typeface="Arial"/>
            </a:endParaRPr>
          </a:p>
        </p:txBody>
      </p:sp>
      <p:sp>
        <p:nvSpPr>
          <p:cNvPr id="304" name="Google Shape;304;p9"/>
          <p:cNvSpPr/>
          <p:nvPr/>
        </p:nvSpPr>
        <p:spPr>
          <a:xfrm>
            <a:off x="7655481" y="290417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NoSQL permiten almacenar y procesar rápidamente datos de comportamiento de usuarios, preferencias y relaciones complejas, fundamentales para sistemas de recomendación efectivos.</a:t>
            </a:r>
            <a:endParaRPr b="0" i="0" sz="1750" u="none" cap="none" strike="noStrike">
              <a:solidFill>
                <a:srgbClr val="000000"/>
              </a:solidFill>
              <a:latin typeface="Arial"/>
              <a:ea typeface="Arial"/>
              <a:cs typeface="Arial"/>
              <a:sym typeface="Arial"/>
            </a:endParaRPr>
          </a:p>
        </p:txBody>
      </p:sp>
      <p:sp>
        <p:nvSpPr>
          <p:cNvPr id="305" name="Google Shape;305;p9"/>
          <p:cNvSpPr/>
          <p:nvPr/>
        </p:nvSpPr>
        <p:spPr>
          <a:xfrm>
            <a:off x="793790" y="4809411"/>
            <a:ext cx="6408063" cy="2395657"/>
          </a:xfrm>
          <a:prstGeom prst="roundRect">
            <a:avLst>
              <a:gd fmla="val 1420"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9"/>
          <p:cNvSpPr/>
          <p:nvPr/>
        </p:nvSpPr>
        <p:spPr>
          <a:xfrm>
            <a:off x="1020604" y="5036225"/>
            <a:ext cx="49307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Aplicaciones Móviles y Juegos</a:t>
            </a:r>
            <a:endParaRPr b="0" i="0" sz="2200" u="none" cap="none" strike="noStrike">
              <a:solidFill>
                <a:srgbClr val="000000"/>
              </a:solidFill>
              <a:latin typeface="Arial"/>
              <a:ea typeface="Arial"/>
              <a:cs typeface="Arial"/>
              <a:sym typeface="Arial"/>
            </a:endParaRPr>
          </a:p>
        </p:txBody>
      </p:sp>
      <p:sp>
        <p:nvSpPr>
          <p:cNvPr id="307" name="Google Shape;307;p9"/>
          <p:cNvSpPr/>
          <p:nvPr/>
        </p:nvSpPr>
        <p:spPr>
          <a:xfrm>
            <a:off x="1020604" y="552664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 escalabilidad y rendimiento de las bases de datos NoSQL las vuelven adecuadas para aplicaciones con gran cantidad de usuarios y datos cambiantes, como aplicaciones móviles y juegos en línea.</a:t>
            </a:r>
            <a:endParaRPr b="0" i="0" sz="1750" u="none" cap="none" strike="noStrike">
              <a:solidFill>
                <a:srgbClr val="000000"/>
              </a:solidFill>
              <a:latin typeface="Arial"/>
              <a:ea typeface="Arial"/>
              <a:cs typeface="Arial"/>
              <a:sym typeface="Arial"/>
            </a:endParaRPr>
          </a:p>
        </p:txBody>
      </p:sp>
      <p:sp>
        <p:nvSpPr>
          <p:cNvPr id="308" name="Google Shape;308;p9"/>
          <p:cNvSpPr/>
          <p:nvPr/>
        </p:nvSpPr>
        <p:spPr>
          <a:xfrm>
            <a:off x="7428667" y="4809411"/>
            <a:ext cx="6408063" cy="2395657"/>
          </a:xfrm>
          <a:prstGeom prst="roundRect">
            <a:avLst>
              <a:gd fmla="val 1420"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9"/>
          <p:cNvSpPr/>
          <p:nvPr/>
        </p:nvSpPr>
        <p:spPr>
          <a:xfrm>
            <a:off x="7655481" y="5036225"/>
            <a:ext cx="459069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Internet de las Cosas (IoT)</a:t>
            </a:r>
            <a:endParaRPr b="0" i="0" sz="2200" u="none" cap="none" strike="noStrike">
              <a:solidFill>
                <a:srgbClr val="000000"/>
              </a:solidFill>
              <a:latin typeface="Arial"/>
              <a:ea typeface="Arial"/>
              <a:cs typeface="Arial"/>
              <a:sym typeface="Arial"/>
            </a:endParaRPr>
          </a:p>
        </p:txBody>
      </p:sp>
      <p:sp>
        <p:nvSpPr>
          <p:cNvPr id="310" name="Google Shape;310;p9"/>
          <p:cNvSpPr/>
          <p:nvPr/>
        </p:nvSpPr>
        <p:spPr>
          <a:xfrm>
            <a:off x="7655481" y="552664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Los datos generados por sensores y dispositivos IoT se adaptan bien a las bases de datos NoSQL, que pueden procesar altos volúmenes y velocidades de datos en tiempo real.</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0"/>
          <p:cNvSpPr/>
          <p:nvPr/>
        </p:nvSpPr>
        <p:spPr>
          <a:xfrm>
            <a:off x="726519" y="737592"/>
            <a:ext cx="8096369" cy="648653"/>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FBF3FA"/>
              </a:buClr>
              <a:buSzPts val="4050"/>
              <a:buFont typeface="Fira Mono Medium"/>
              <a:buNone/>
            </a:pPr>
            <a:r>
              <a:rPr b="0" i="0" lang="en-US" sz="4050" u="none" cap="none" strike="noStrike">
                <a:solidFill>
                  <a:schemeClr val="dk1"/>
                </a:solidFill>
                <a:latin typeface="Fira Mono Medium"/>
                <a:ea typeface="Fira Mono Medium"/>
                <a:cs typeface="Fira Mono Medium"/>
                <a:sym typeface="Fira Mono Medium"/>
              </a:rPr>
              <a:t>Modelo Documental: MongoDB</a:t>
            </a:r>
            <a:endParaRPr b="0" i="0" sz="4050" u="none" cap="none" strike="noStrike">
              <a:solidFill>
                <a:schemeClr val="dk1"/>
              </a:solidFill>
              <a:latin typeface="Arial"/>
              <a:ea typeface="Arial"/>
              <a:cs typeface="Arial"/>
              <a:sym typeface="Arial"/>
            </a:endParaRPr>
          </a:p>
        </p:txBody>
      </p:sp>
      <p:sp>
        <p:nvSpPr>
          <p:cNvPr id="317" name="Google Shape;317;p10"/>
          <p:cNvSpPr/>
          <p:nvPr/>
        </p:nvSpPr>
        <p:spPr>
          <a:xfrm>
            <a:off x="726519" y="1801416"/>
            <a:ext cx="2196108" cy="1196221"/>
          </a:xfrm>
          <a:prstGeom prst="roundRect">
            <a:avLst>
              <a:gd fmla="val 2603"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8" name="Google Shape;318;p10"/>
          <p:cNvSpPr/>
          <p:nvPr/>
        </p:nvSpPr>
        <p:spPr>
          <a:xfrm>
            <a:off x="934045" y="2191822"/>
            <a:ext cx="155734" cy="415290"/>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E0D6DE"/>
              </a:buClr>
              <a:buSzPts val="2000"/>
              <a:buFont typeface="Fira Mono Medium"/>
              <a:buNone/>
            </a:pPr>
            <a:r>
              <a:rPr b="0" i="0" lang="en-US" sz="2000" u="none" cap="none" strike="noStrike">
                <a:solidFill>
                  <a:schemeClr val="lt1"/>
                </a:solidFill>
                <a:latin typeface="Fira Mono Medium"/>
                <a:ea typeface="Fira Mono Medium"/>
                <a:cs typeface="Fira Mono Medium"/>
                <a:sym typeface="Fira Mono Medium"/>
              </a:rPr>
              <a:t>1</a:t>
            </a:r>
            <a:endParaRPr b="0" i="0" sz="2000" u="none" cap="none" strike="noStrike">
              <a:solidFill>
                <a:schemeClr val="lt1"/>
              </a:solidFill>
              <a:latin typeface="Arial"/>
              <a:ea typeface="Arial"/>
              <a:cs typeface="Arial"/>
              <a:sym typeface="Arial"/>
            </a:endParaRPr>
          </a:p>
        </p:txBody>
      </p:sp>
      <p:sp>
        <p:nvSpPr>
          <p:cNvPr id="319" name="Google Shape;319;p10"/>
          <p:cNvSpPr/>
          <p:nvPr/>
        </p:nvSpPr>
        <p:spPr>
          <a:xfrm>
            <a:off x="3130153" y="2008942"/>
            <a:ext cx="2802017" cy="32444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E0D6DE"/>
              </a:buClr>
              <a:buSzPts val="2000"/>
              <a:buFont typeface="Fira Mono Medium"/>
              <a:buNone/>
            </a:pPr>
            <a:r>
              <a:rPr b="0" i="0" lang="en-US" sz="2000" u="none" cap="none" strike="noStrike">
                <a:solidFill>
                  <a:schemeClr val="dk1"/>
                </a:solidFill>
                <a:latin typeface="Fira Mono Medium"/>
                <a:ea typeface="Fira Mono Medium"/>
                <a:cs typeface="Fira Mono Medium"/>
                <a:sym typeface="Fira Mono Medium"/>
              </a:rPr>
              <a:t>Esquemas Flexibles</a:t>
            </a:r>
            <a:endParaRPr b="0" i="0" sz="2000" u="none" cap="none" strike="noStrike">
              <a:solidFill>
                <a:schemeClr val="dk1"/>
              </a:solidFill>
              <a:latin typeface="Arial"/>
              <a:ea typeface="Arial"/>
              <a:cs typeface="Arial"/>
              <a:sym typeface="Arial"/>
            </a:endParaRPr>
          </a:p>
        </p:txBody>
      </p:sp>
      <p:sp>
        <p:nvSpPr>
          <p:cNvPr id="320" name="Google Shape;320;p10"/>
          <p:cNvSpPr/>
          <p:nvPr/>
        </p:nvSpPr>
        <p:spPr>
          <a:xfrm>
            <a:off x="3130153" y="2457926"/>
            <a:ext cx="10505599" cy="33218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D6DE"/>
              </a:buClr>
              <a:buSzPts val="1600"/>
              <a:buFont typeface="Fira Sans"/>
              <a:buNone/>
            </a:pPr>
            <a:r>
              <a:rPr b="0" i="0" lang="en-US" sz="1600" u="none" cap="none" strike="noStrike">
                <a:solidFill>
                  <a:schemeClr val="dk1"/>
                </a:solidFill>
                <a:latin typeface="Fira Sans"/>
                <a:ea typeface="Fira Sans"/>
                <a:cs typeface="Fira Sans"/>
                <a:sym typeface="Fira Sans"/>
              </a:rPr>
              <a:t>MongoDB permite esquemas de datos flexibles, adaptándose a las necesidades cambiantes de las aplicaciones.</a:t>
            </a:r>
            <a:endParaRPr b="0" i="0" sz="1600" u="none" cap="none" strike="noStrike">
              <a:solidFill>
                <a:schemeClr val="dk1"/>
              </a:solidFill>
              <a:latin typeface="Arial"/>
              <a:ea typeface="Arial"/>
              <a:cs typeface="Arial"/>
              <a:sym typeface="Arial"/>
            </a:endParaRPr>
          </a:p>
        </p:txBody>
      </p:sp>
      <p:sp>
        <p:nvSpPr>
          <p:cNvPr id="321" name="Google Shape;321;p10"/>
          <p:cNvSpPr/>
          <p:nvPr/>
        </p:nvSpPr>
        <p:spPr>
          <a:xfrm>
            <a:off x="3026331" y="2988112"/>
            <a:ext cx="10773847" cy="11430"/>
          </a:xfrm>
          <a:prstGeom prst="roundRect">
            <a:avLst>
              <a:gd fmla="val 272448" name="adj"/>
            </a:avLst>
          </a:prstGeom>
          <a:solidFill>
            <a:srgbClr val="4747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2" name="Google Shape;322;p10"/>
          <p:cNvSpPr/>
          <p:nvPr/>
        </p:nvSpPr>
        <p:spPr>
          <a:xfrm>
            <a:off x="726519" y="3101340"/>
            <a:ext cx="4392335" cy="1528405"/>
          </a:xfrm>
          <a:prstGeom prst="roundRect">
            <a:avLst>
              <a:gd fmla="val 2037"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3" name="Google Shape;323;p10"/>
          <p:cNvSpPr/>
          <p:nvPr/>
        </p:nvSpPr>
        <p:spPr>
          <a:xfrm>
            <a:off x="934045" y="3657838"/>
            <a:ext cx="155734" cy="415290"/>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E0D6DE"/>
              </a:buClr>
              <a:buSzPts val="2000"/>
              <a:buFont typeface="Fira Mono Medium"/>
              <a:buNone/>
            </a:pPr>
            <a:r>
              <a:rPr b="0" i="0" lang="en-US" sz="2000" u="none" cap="none" strike="noStrike">
                <a:solidFill>
                  <a:schemeClr val="lt1"/>
                </a:solidFill>
                <a:latin typeface="Fira Mono Medium"/>
                <a:ea typeface="Fira Mono Medium"/>
                <a:cs typeface="Fira Mono Medium"/>
                <a:sym typeface="Fira Mono Medium"/>
              </a:rPr>
              <a:t>2</a:t>
            </a:r>
            <a:endParaRPr b="0" i="0" sz="2000" u="none" cap="none" strike="noStrike">
              <a:solidFill>
                <a:schemeClr val="lt1"/>
              </a:solidFill>
              <a:latin typeface="Arial"/>
              <a:ea typeface="Arial"/>
              <a:cs typeface="Arial"/>
              <a:sym typeface="Arial"/>
            </a:endParaRPr>
          </a:p>
        </p:txBody>
      </p:sp>
      <p:sp>
        <p:nvSpPr>
          <p:cNvPr id="324" name="Google Shape;324;p10"/>
          <p:cNvSpPr/>
          <p:nvPr/>
        </p:nvSpPr>
        <p:spPr>
          <a:xfrm>
            <a:off x="5326380" y="3308866"/>
            <a:ext cx="2594967" cy="32444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E0D6DE"/>
              </a:buClr>
              <a:buSzPts val="2000"/>
              <a:buFont typeface="Fira Mono Medium"/>
              <a:buNone/>
            </a:pPr>
            <a:r>
              <a:rPr b="0" i="0" lang="en-US" sz="2000" u="none" cap="none" strike="noStrike">
                <a:solidFill>
                  <a:schemeClr val="dk1"/>
                </a:solidFill>
                <a:latin typeface="Fira Mono Medium"/>
                <a:ea typeface="Fira Mono Medium"/>
                <a:cs typeface="Fira Mono Medium"/>
                <a:sym typeface="Fira Mono Medium"/>
              </a:rPr>
              <a:t>Datos Anidados</a:t>
            </a:r>
            <a:endParaRPr b="0" i="0" sz="2000" u="none" cap="none" strike="noStrike">
              <a:solidFill>
                <a:schemeClr val="dk1"/>
              </a:solidFill>
              <a:latin typeface="Arial"/>
              <a:ea typeface="Arial"/>
              <a:cs typeface="Arial"/>
              <a:sym typeface="Arial"/>
            </a:endParaRPr>
          </a:p>
        </p:txBody>
      </p:sp>
      <p:sp>
        <p:nvSpPr>
          <p:cNvPr id="325" name="Google Shape;325;p10"/>
          <p:cNvSpPr/>
          <p:nvPr/>
        </p:nvSpPr>
        <p:spPr>
          <a:xfrm>
            <a:off x="5326380" y="3757851"/>
            <a:ext cx="8369975" cy="66436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D6DE"/>
              </a:buClr>
              <a:buSzPts val="1600"/>
              <a:buFont typeface="Fira Sans"/>
              <a:buNone/>
            </a:pPr>
            <a:r>
              <a:rPr b="0" i="0" lang="en-US" sz="1600" u="none" cap="none" strike="noStrike">
                <a:solidFill>
                  <a:schemeClr val="dk1"/>
                </a:solidFill>
                <a:latin typeface="Fira Sans"/>
                <a:ea typeface="Fira Sans"/>
                <a:cs typeface="Fira Sans"/>
                <a:sym typeface="Fira Sans"/>
              </a:rPr>
              <a:t>Los documentos pueden contener datos complejos y anidados, reflejando la estructura de los objetos de la aplicación.</a:t>
            </a:r>
            <a:endParaRPr b="0" i="0" sz="1600" u="none" cap="none" strike="noStrike">
              <a:solidFill>
                <a:schemeClr val="dk1"/>
              </a:solidFill>
              <a:latin typeface="Arial"/>
              <a:ea typeface="Arial"/>
              <a:cs typeface="Arial"/>
              <a:sym typeface="Arial"/>
            </a:endParaRPr>
          </a:p>
        </p:txBody>
      </p:sp>
      <p:sp>
        <p:nvSpPr>
          <p:cNvPr id="326" name="Google Shape;326;p10"/>
          <p:cNvSpPr/>
          <p:nvPr/>
        </p:nvSpPr>
        <p:spPr>
          <a:xfrm>
            <a:off x="5222558" y="4620220"/>
            <a:ext cx="8577620" cy="11430"/>
          </a:xfrm>
          <a:prstGeom prst="roundRect">
            <a:avLst>
              <a:gd fmla="val 272448" name="adj"/>
            </a:avLst>
          </a:prstGeom>
          <a:solidFill>
            <a:srgbClr val="4747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7" name="Google Shape;327;p10"/>
          <p:cNvSpPr/>
          <p:nvPr/>
        </p:nvSpPr>
        <p:spPr>
          <a:xfrm>
            <a:off x="726519" y="4733449"/>
            <a:ext cx="6588681" cy="1528405"/>
          </a:xfrm>
          <a:prstGeom prst="roundRect">
            <a:avLst>
              <a:gd fmla="val 2037"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8" name="Google Shape;328;p10"/>
          <p:cNvSpPr/>
          <p:nvPr/>
        </p:nvSpPr>
        <p:spPr>
          <a:xfrm>
            <a:off x="934045" y="5289947"/>
            <a:ext cx="155734" cy="415290"/>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E0D6DE"/>
              </a:buClr>
              <a:buSzPts val="2000"/>
              <a:buFont typeface="Fira Mono Medium"/>
              <a:buNone/>
            </a:pPr>
            <a:r>
              <a:rPr b="0" i="0" lang="en-US" sz="2000" u="none" cap="none" strike="noStrike">
                <a:solidFill>
                  <a:schemeClr val="lt1"/>
                </a:solidFill>
                <a:latin typeface="Fira Mono Medium"/>
                <a:ea typeface="Fira Mono Medium"/>
                <a:cs typeface="Fira Mono Medium"/>
                <a:sym typeface="Fira Mono Medium"/>
              </a:rPr>
              <a:t>3</a:t>
            </a:r>
            <a:endParaRPr b="0" i="0" sz="2000" u="none" cap="none" strike="noStrike">
              <a:solidFill>
                <a:schemeClr val="lt1"/>
              </a:solidFill>
              <a:latin typeface="Arial"/>
              <a:ea typeface="Arial"/>
              <a:cs typeface="Arial"/>
              <a:sym typeface="Arial"/>
            </a:endParaRPr>
          </a:p>
        </p:txBody>
      </p:sp>
      <p:sp>
        <p:nvSpPr>
          <p:cNvPr id="329" name="Google Shape;329;p10"/>
          <p:cNvSpPr/>
          <p:nvPr/>
        </p:nvSpPr>
        <p:spPr>
          <a:xfrm>
            <a:off x="7522726" y="4940975"/>
            <a:ext cx="3113365" cy="32444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E0D6DE"/>
              </a:buClr>
              <a:buSzPts val="2000"/>
              <a:buFont typeface="Fira Mono Medium"/>
              <a:buNone/>
            </a:pPr>
            <a:r>
              <a:rPr b="0" i="0" lang="en-US" sz="2000" u="none" cap="none" strike="noStrike">
                <a:solidFill>
                  <a:schemeClr val="dk1"/>
                </a:solidFill>
                <a:latin typeface="Fira Mono Medium"/>
                <a:ea typeface="Fira Mono Medium"/>
                <a:cs typeface="Fira Mono Medium"/>
                <a:sym typeface="Fira Mono Medium"/>
              </a:rPr>
              <a:t>Consultas Eficientes</a:t>
            </a:r>
            <a:endParaRPr b="0" i="0" sz="2000" u="none" cap="none" strike="noStrike">
              <a:solidFill>
                <a:schemeClr val="dk1"/>
              </a:solidFill>
              <a:latin typeface="Arial"/>
              <a:ea typeface="Arial"/>
              <a:cs typeface="Arial"/>
              <a:sym typeface="Arial"/>
            </a:endParaRPr>
          </a:p>
        </p:txBody>
      </p:sp>
      <p:sp>
        <p:nvSpPr>
          <p:cNvPr id="330" name="Google Shape;330;p10"/>
          <p:cNvSpPr/>
          <p:nvPr/>
        </p:nvSpPr>
        <p:spPr>
          <a:xfrm>
            <a:off x="7522726" y="5389959"/>
            <a:ext cx="6173629" cy="66436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D6DE"/>
              </a:buClr>
              <a:buSzPts val="1600"/>
              <a:buFont typeface="Fira Sans"/>
              <a:buNone/>
            </a:pPr>
            <a:r>
              <a:rPr b="0" i="0" lang="en-US" sz="1600" u="none" cap="none" strike="noStrike">
                <a:solidFill>
                  <a:schemeClr val="dk1"/>
                </a:solidFill>
                <a:latin typeface="Fira Sans"/>
                <a:ea typeface="Fira Sans"/>
                <a:cs typeface="Fira Sans"/>
                <a:sym typeface="Fira Sans"/>
              </a:rPr>
              <a:t>MongoDB ofrece consultas flexibles y poderosas para recuperar y manipular datos de manera eficiente.</a:t>
            </a:r>
            <a:endParaRPr b="0" i="0" sz="1600" u="none" cap="none" strike="noStrike">
              <a:solidFill>
                <a:schemeClr val="dk1"/>
              </a:solidFill>
              <a:latin typeface="Arial"/>
              <a:ea typeface="Arial"/>
              <a:cs typeface="Arial"/>
              <a:sym typeface="Arial"/>
            </a:endParaRPr>
          </a:p>
        </p:txBody>
      </p:sp>
      <p:sp>
        <p:nvSpPr>
          <p:cNvPr id="331" name="Google Shape;331;p10"/>
          <p:cNvSpPr/>
          <p:nvPr/>
        </p:nvSpPr>
        <p:spPr>
          <a:xfrm>
            <a:off x="726519" y="6495336"/>
            <a:ext cx="13177361" cy="996553"/>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D6DE"/>
              </a:buClr>
              <a:buSzPts val="1600"/>
              <a:buFont typeface="Fira Sans"/>
              <a:buNone/>
            </a:pPr>
            <a:r>
              <a:rPr b="0" i="0" lang="en-US" sz="1600" u="none" cap="none" strike="noStrike">
                <a:solidFill>
                  <a:schemeClr val="dk1"/>
                </a:solidFill>
                <a:latin typeface="Fira Sans"/>
                <a:ea typeface="Fira Sans"/>
                <a:cs typeface="Fira Sans"/>
                <a:sym typeface="Fira Sans"/>
              </a:rPr>
              <a:t>MongoDB es una base de datos documental NoSQL que se destaca por su flexibilidad y facilidad de uso. A diferencia de las bases de datos relacionales, MongoDB permite almacenar datos en documentos con esquemas flexibles, lo que facilita la adaptación a los cambios en los requisitos de la aplicación.</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1"/>
          <p:cNvSpPr/>
          <p:nvPr/>
        </p:nvSpPr>
        <p:spPr>
          <a:xfrm>
            <a:off x="714018" y="561023"/>
            <a:ext cx="9181148" cy="6375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4000"/>
              <a:buFont typeface="Fira Mono Medium"/>
              <a:buNone/>
            </a:pPr>
            <a:r>
              <a:rPr b="0" i="0" lang="en-US" sz="4000" u="none" cap="none" strike="noStrike">
                <a:solidFill>
                  <a:schemeClr val="dk1"/>
                </a:solidFill>
                <a:latin typeface="Fira Mono Medium"/>
                <a:ea typeface="Fira Mono Medium"/>
                <a:cs typeface="Fira Mono Medium"/>
                <a:sym typeface="Fira Mono Medium"/>
              </a:rPr>
              <a:t>Operaciones básicas en MongoDB</a:t>
            </a:r>
            <a:endParaRPr b="0" i="0" sz="4000" u="none" cap="none" strike="noStrike">
              <a:solidFill>
                <a:schemeClr val="dk1"/>
              </a:solidFill>
              <a:latin typeface="Arial"/>
              <a:ea typeface="Arial"/>
              <a:cs typeface="Arial"/>
              <a:sym typeface="Arial"/>
            </a:endParaRPr>
          </a:p>
        </p:txBody>
      </p:sp>
      <p:pic>
        <p:nvPicPr>
          <p:cNvPr descr="preencoded.png" id="338" name="Google Shape;338;p11"/>
          <p:cNvPicPr preferRelativeResize="0"/>
          <p:nvPr/>
        </p:nvPicPr>
        <p:blipFill rotWithShape="1">
          <a:blip r:embed="rId3">
            <a:alphaModFix/>
          </a:blip>
          <a:srcRect b="0" l="0" r="0" t="0"/>
          <a:stretch/>
        </p:blipFill>
        <p:spPr>
          <a:xfrm>
            <a:off x="3197662" y="1606629"/>
            <a:ext cx="1633776" cy="1175504"/>
          </a:xfrm>
          <a:prstGeom prst="rect">
            <a:avLst/>
          </a:prstGeom>
          <a:noFill/>
          <a:ln>
            <a:noFill/>
          </a:ln>
        </p:spPr>
      </p:pic>
      <p:sp>
        <p:nvSpPr>
          <p:cNvPr id="339" name="Google Shape;339;p11"/>
          <p:cNvSpPr/>
          <p:nvPr/>
        </p:nvSpPr>
        <p:spPr>
          <a:xfrm>
            <a:off x="3937873" y="2136100"/>
            <a:ext cx="153114" cy="408027"/>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E0D6DE"/>
              </a:buClr>
              <a:buSzPts val="2000"/>
              <a:buFont typeface="Fira Mono Medium"/>
              <a:buNone/>
            </a:pPr>
            <a:r>
              <a:rPr b="0" i="0" lang="en-US" sz="2000" u="none" cap="none" strike="noStrike">
                <a:solidFill>
                  <a:schemeClr val="lt1"/>
                </a:solidFill>
                <a:latin typeface="Fira Mono Medium"/>
                <a:ea typeface="Fira Mono Medium"/>
                <a:cs typeface="Fira Mono Medium"/>
                <a:sym typeface="Fira Mono Medium"/>
              </a:rPr>
              <a:t>1</a:t>
            </a:r>
            <a:endParaRPr b="0" i="0" sz="2000" u="none" cap="none" strike="noStrike">
              <a:solidFill>
                <a:schemeClr val="lt1"/>
              </a:solidFill>
              <a:latin typeface="Arial"/>
              <a:ea typeface="Arial"/>
              <a:cs typeface="Arial"/>
              <a:sym typeface="Arial"/>
            </a:endParaRPr>
          </a:p>
        </p:txBody>
      </p:sp>
      <p:sp>
        <p:nvSpPr>
          <p:cNvPr id="340" name="Google Shape;340;p11"/>
          <p:cNvSpPr/>
          <p:nvPr/>
        </p:nvSpPr>
        <p:spPr>
          <a:xfrm>
            <a:off x="5035391" y="1810583"/>
            <a:ext cx="2550438" cy="3187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000"/>
              <a:buFont typeface="Fira Mono Medium"/>
              <a:buNone/>
            </a:pPr>
            <a:r>
              <a:rPr b="0" i="0" lang="en-US" sz="2000" u="none" cap="none" strike="noStrike">
                <a:solidFill>
                  <a:schemeClr val="dk1"/>
                </a:solidFill>
                <a:latin typeface="Fira Mono Medium"/>
                <a:ea typeface="Fira Mono Medium"/>
                <a:cs typeface="Fira Mono Medium"/>
                <a:sym typeface="Fira Mono Medium"/>
              </a:rPr>
              <a:t>Insertar</a:t>
            </a:r>
            <a:endParaRPr b="0" i="0" sz="2000" u="none" cap="none" strike="noStrike">
              <a:solidFill>
                <a:schemeClr val="dk1"/>
              </a:solidFill>
              <a:latin typeface="Arial"/>
              <a:ea typeface="Arial"/>
              <a:cs typeface="Arial"/>
              <a:sym typeface="Arial"/>
            </a:endParaRPr>
          </a:p>
        </p:txBody>
      </p:sp>
      <p:sp>
        <p:nvSpPr>
          <p:cNvPr id="341" name="Google Shape;341;p11"/>
          <p:cNvSpPr/>
          <p:nvPr/>
        </p:nvSpPr>
        <p:spPr>
          <a:xfrm>
            <a:off x="5035391" y="2251710"/>
            <a:ext cx="3389948" cy="32646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chemeClr val="dk1"/>
                </a:solidFill>
                <a:latin typeface="Fira Sans"/>
                <a:ea typeface="Fira Sans"/>
                <a:cs typeface="Fira Sans"/>
                <a:sym typeface="Fira Sans"/>
              </a:rPr>
              <a:t>Agregar documentos a una colección</a:t>
            </a:r>
            <a:endParaRPr b="0" i="0" sz="1600" u="none" cap="none" strike="noStrike">
              <a:solidFill>
                <a:schemeClr val="dk1"/>
              </a:solidFill>
              <a:latin typeface="Arial"/>
              <a:ea typeface="Arial"/>
              <a:cs typeface="Arial"/>
              <a:sym typeface="Arial"/>
            </a:endParaRPr>
          </a:p>
        </p:txBody>
      </p:sp>
      <p:sp>
        <p:nvSpPr>
          <p:cNvPr id="342" name="Google Shape;342;p11"/>
          <p:cNvSpPr/>
          <p:nvPr/>
        </p:nvSpPr>
        <p:spPr>
          <a:xfrm>
            <a:off x="4882396" y="2798088"/>
            <a:ext cx="8983028" cy="11430"/>
          </a:xfrm>
          <a:prstGeom prst="roundRect">
            <a:avLst>
              <a:gd fmla="val 267763" name="adj"/>
            </a:avLst>
          </a:prstGeom>
          <a:solidFill>
            <a:srgbClr val="4747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descr="preencoded.png" id="343" name="Google Shape;343;p11"/>
          <p:cNvPicPr preferRelativeResize="0"/>
          <p:nvPr/>
        </p:nvPicPr>
        <p:blipFill rotWithShape="1">
          <a:blip r:embed="rId4">
            <a:alphaModFix/>
          </a:blip>
          <a:srcRect b="0" l="0" r="0" t="0"/>
          <a:stretch/>
        </p:blipFill>
        <p:spPr>
          <a:xfrm>
            <a:off x="2380774" y="2833092"/>
            <a:ext cx="3267551" cy="1175504"/>
          </a:xfrm>
          <a:prstGeom prst="rect">
            <a:avLst/>
          </a:prstGeom>
          <a:noFill/>
          <a:ln>
            <a:noFill/>
          </a:ln>
        </p:spPr>
      </p:pic>
      <p:sp>
        <p:nvSpPr>
          <p:cNvPr id="344" name="Google Shape;344;p11"/>
          <p:cNvSpPr/>
          <p:nvPr/>
        </p:nvSpPr>
        <p:spPr>
          <a:xfrm>
            <a:off x="3937992" y="3216831"/>
            <a:ext cx="153114" cy="408027"/>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E0D6DE"/>
              </a:buClr>
              <a:buSzPts val="2000"/>
              <a:buFont typeface="Fira Mono Medium"/>
              <a:buNone/>
            </a:pPr>
            <a:r>
              <a:rPr b="0" i="0" lang="en-US" sz="2000" u="none" cap="none" strike="noStrike">
                <a:solidFill>
                  <a:schemeClr val="lt1"/>
                </a:solidFill>
                <a:latin typeface="Fira Mono Medium"/>
                <a:ea typeface="Fira Mono Medium"/>
                <a:cs typeface="Fira Mono Medium"/>
                <a:sym typeface="Fira Mono Medium"/>
              </a:rPr>
              <a:t>2</a:t>
            </a:r>
            <a:endParaRPr b="0" i="0" sz="2000" u="none" cap="none" strike="noStrike">
              <a:solidFill>
                <a:schemeClr val="lt1"/>
              </a:solidFill>
              <a:latin typeface="Arial"/>
              <a:ea typeface="Arial"/>
              <a:cs typeface="Arial"/>
              <a:sym typeface="Arial"/>
            </a:endParaRPr>
          </a:p>
        </p:txBody>
      </p:sp>
      <p:sp>
        <p:nvSpPr>
          <p:cNvPr id="345" name="Google Shape;345;p11"/>
          <p:cNvSpPr/>
          <p:nvPr/>
        </p:nvSpPr>
        <p:spPr>
          <a:xfrm>
            <a:off x="5852279" y="3037046"/>
            <a:ext cx="2550438" cy="3187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000"/>
              <a:buFont typeface="Fira Mono Medium"/>
              <a:buNone/>
            </a:pPr>
            <a:r>
              <a:rPr b="0" i="0" lang="en-US" sz="2000" u="none" cap="none" strike="noStrike">
                <a:solidFill>
                  <a:schemeClr val="dk1"/>
                </a:solidFill>
                <a:latin typeface="Fira Mono Medium"/>
                <a:ea typeface="Fira Mono Medium"/>
                <a:cs typeface="Fira Mono Medium"/>
                <a:sym typeface="Fira Mono Medium"/>
              </a:rPr>
              <a:t>Consultar</a:t>
            </a:r>
            <a:endParaRPr b="0" i="0" sz="2000" u="none" cap="none" strike="noStrike">
              <a:solidFill>
                <a:schemeClr val="dk1"/>
              </a:solidFill>
              <a:latin typeface="Arial"/>
              <a:ea typeface="Arial"/>
              <a:cs typeface="Arial"/>
              <a:sym typeface="Arial"/>
            </a:endParaRPr>
          </a:p>
        </p:txBody>
      </p:sp>
      <p:sp>
        <p:nvSpPr>
          <p:cNvPr id="346" name="Google Shape;346;p11"/>
          <p:cNvSpPr/>
          <p:nvPr/>
        </p:nvSpPr>
        <p:spPr>
          <a:xfrm>
            <a:off x="5852279" y="3478173"/>
            <a:ext cx="2922746" cy="32646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chemeClr val="dk1"/>
                </a:solidFill>
                <a:latin typeface="Fira Sans"/>
                <a:ea typeface="Fira Sans"/>
                <a:cs typeface="Fira Sans"/>
                <a:sym typeface="Fira Sans"/>
              </a:rPr>
              <a:t>Buscar y recuperar documentos</a:t>
            </a:r>
            <a:endParaRPr b="0" i="0" sz="1600" u="none" cap="none" strike="noStrike">
              <a:solidFill>
                <a:schemeClr val="dk1"/>
              </a:solidFill>
              <a:latin typeface="Arial"/>
              <a:ea typeface="Arial"/>
              <a:cs typeface="Arial"/>
              <a:sym typeface="Arial"/>
            </a:endParaRPr>
          </a:p>
        </p:txBody>
      </p:sp>
      <p:sp>
        <p:nvSpPr>
          <p:cNvPr id="347" name="Google Shape;347;p11"/>
          <p:cNvSpPr/>
          <p:nvPr/>
        </p:nvSpPr>
        <p:spPr>
          <a:xfrm>
            <a:off x="5699284" y="4024551"/>
            <a:ext cx="8166140" cy="11430"/>
          </a:xfrm>
          <a:prstGeom prst="roundRect">
            <a:avLst>
              <a:gd fmla="val 267763" name="adj"/>
            </a:avLst>
          </a:prstGeom>
          <a:solidFill>
            <a:srgbClr val="4747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descr="preencoded.png" id="348" name="Google Shape;348;p11"/>
          <p:cNvPicPr preferRelativeResize="0"/>
          <p:nvPr/>
        </p:nvPicPr>
        <p:blipFill rotWithShape="1">
          <a:blip r:embed="rId5">
            <a:alphaModFix/>
          </a:blip>
          <a:srcRect b="0" l="0" r="0" t="0"/>
          <a:stretch/>
        </p:blipFill>
        <p:spPr>
          <a:xfrm>
            <a:off x="1563886" y="4059555"/>
            <a:ext cx="4901327" cy="1175504"/>
          </a:xfrm>
          <a:prstGeom prst="rect">
            <a:avLst/>
          </a:prstGeom>
          <a:noFill/>
          <a:ln>
            <a:noFill/>
          </a:ln>
        </p:spPr>
      </p:pic>
      <p:sp>
        <p:nvSpPr>
          <p:cNvPr id="349" name="Google Shape;349;p11"/>
          <p:cNvSpPr/>
          <p:nvPr/>
        </p:nvSpPr>
        <p:spPr>
          <a:xfrm>
            <a:off x="3937873" y="4443293"/>
            <a:ext cx="153114" cy="408027"/>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E0D6DE"/>
              </a:buClr>
              <a:buSzPts val="2000"/>
              <a:buFont typeface="Fira Mono Medium"/>
              <a:buNone/>
            </a:pPr>
            <a:r>
              <a:rPr b="0" i="0" lang="en-US" sz="2000" u="none" cap="none" strike="noStrike">
                <a:solidFill>
                  <a:schemeClr val="lt1"/>
                </a:solidFill>
                <a:latin typeface="Fira Mono Medium"/>
                <a:ea typeface="Fira Mono Medium"/>
                <a:cs typeface="Fira Mono Medium"/>
                <a:sym typeface="Fira Mono Medium"/>
              </a:rPr>
              <a:t>3</a:t>
            </a:r>
            <a:endParaRPr b="0" i="0" sz="2000" u="none" cap="none" strike="noStrike">
              <a:solidFill>
                <a:schemeClr val="lt1"/>
              </a:solidFill>
              <a:latin typeface="Arial"/>
              <a:ea typeface="Arial"/>
              <a:cs typeface="Arial"/>
              <a:sym typeface="Arial"/>
            </a:endParaRPr>
          </a:p>
        </p:txBody>
      </p:sp>
      <p:sp>
        <p:nvSpPr>
          <p:cNvPr id="350" name="Google Shape;350;p11"/>
          <p:cNvSpPr/>
          <p:nvPr/>
        </p:nvSpPr>
        <p:spPr>
          <a:xfrm>
            <a:off x="6669167" y="4263509"/>
            <a:ext cx="2550438" cy="3187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000"/>
              <a:buFont typeface="Fira Mono Medium"/>
              <a:buNone/>
            </a:pPr>
            <a:r>
              <a:rPr b="0" i="0" lang="en-US" sz="2000" u="none" cap="none" strike="noStrike">
                <a:solidFill>
                  <a:schemeClr val="dk1"/>
                </a:solidFill>
                <a:latin typeface="Fira Mono Medium"/>
                <a:ea typeface="Fira Mono Medium"/>
                <a:cs typeface="Fira Mono Medium"/>
                <a:sym typeface="Fira Mono Medium"/>
              </a:rPr>
              <a:t>Actualizar</a:t>
            </a:r>
            <a:endParaRPr b="0" i="0" sz="2000" u="none" cap="none" strike="noStrike">
              <a:solidFill>
                <a:schemeClr val="dk1"/>
              </a:solidFill>
              <a:latin typeface="Arial"/>
              <a:ea typeface="Arial"/>
              <a:cs typeface="Arial"/>
              <a:sym typeface="Arial"/>
            </a:endParaRPr>
          </a:p>
        </p:txBody>
      </p:sp>
      <p:sp>
        <p:nvSpPr>
          <p:cNvPr id="351" name="Google Shape;351;p11"/>
          <p:cNvSpPr/>
          <p:nvPr/>
        </p:nvSpPr>
        <p:spPr>
          <a:xfrm>
            <a:off x="6669167" y="4704636"/>
            <a:ext cx="3893106" cy="32646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chemeClr val="dk1"/>
                </a:solidFill>
                <a:latin typeface="Fira Sans"/>
                <a:ea typeface="Fira Sans"/>
                <a:cs typeface="Fira Sans"/>
                <a:sym typeface="Fira Sans"/>
              </a:rPr>
              <a:t>Modificar el contenido de los documentos</a:t>
            </a:r>
            <a:endParaRPr b="0" i="0" sz="1600" u="none" cap="none" strike="noStrike">
              <a:solidFill>
                <a:schemeClr val="dk1"/>
              </a:solidFill>
              <a:latin typeface="Arial"/>
              <a:ea typeface="Arial"/>
              <a:cs typeface="Arial"/>
              <a:sym typeface="Arial"/>
            </a:endParaRPr>
          </a:p>
        </p:txBody>
      </p:sp>
      <p:sp>
        <p:nvSpPr>
          <p:cNvPr id="352" name="Google Shape;352;p11"/>
          <p:cNvSpPr/>
          <p:nvPr/>
        </p:nvSpPr>
        <p:spPr>
          <a:xfrm>
            <a:off x="6516172" y="5251013"/>
            <a:ext cx="7349252" cy="11430"/>
          </a:xfrm>
          <a:prstGeom prst="roundRect">
            <a:avLst>
              <a:gd fmla="val 267763" name="adj"/>
            </a:avLst>
          </a:prstGeom>
          <a:solidFill>
            <a:srgbClr val="4747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descr="preencoded.png" id="353" name="Google Shape;353;p11"/>
          <p:cNvPicPr preferRelativeResize="0"/>
          <p:nvPr/>
        </p:nvPicPr>
        <p:blipFill rotWithShape="1">
          <a:blip r:embed="rId6">
            <a:alphaModFix/>
          </a:blip>
          <a:srcRect b="0" l="0" r="0" t="0"/>
          <a:stretch/>
        </p:blipFill>
        <p:spPr>
          <a:xfrm>
            <a:off x="746998" y="5286018"/>
            <a:ext cx="6535103" cy="1175504"/>
          </a:xfrm>
          <a:prstGeom prst="rect">
            <a:avLst/>
          </a:prstGeom>
          <a:noFill/>
          <a:ln>
            <a:noFill/>
          </a:ln>
        </p:spPr>
      </p:pic>
      <p:sp>
        <p:nvSpPr>
          <p:cNvPr id="354" name="Google Shape;354;p11"/>
          <p:cNvSpPr/>
          <p:nvPr/>
        </p:nvSpPr>
        <p:spPr>
          <a:xfrm>
            <a:off x="3937992" y="5669756"/>
            <a:ext cx="153114" cy="408027"/>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E0D6DE"/>
              </a:buClr>
              <a:buSzPts val="2000"/>
              <a:buFont typeface="Fira Mono Medium"/>
              <a:buNone/>
            </a:pPr>
            <a:r>
              <a:rPr b="0" i="0" lang="en-US" sz="2000" u="none" cap="none" strike="noStrike">
                <a:solidFill>
                  <a:schemeClr val="lt1"/>
                </a:solidFill>
                <a:latin typeface="Fira Mono Medium"/>
                <a:ea typeface="Fira Mono Medium"/>
                <a:cs typeface="Fira Mono Medium"/>
                <a:sym typeface="Fira Mono Medium"/>
              </a:rPr>
              <a:t>4</a:t>
            </a:r>
            <a:endParaRPr b="0" i="0" sz="2000" u="none" cap="none" strike="noStrike">
              <a:solidFill>
                <a:schemeClr val="lt1"/>
              </a:solidFill>
              <a:latin typeface="Arial"/>
              <a:ea typeface="Arial"/>
              <a:cs typeface="Arial"/>
              <a:sym typeface="Arial"/>
            </a:endParaRPr>
          </a:p>
        </p:txBody>
      </p:sp>
      <p:sp>
        <p:nvSpPr>
          <p:cNvPr id="355" name="Google Shape;355;p11"/>
          <p:cNvSpPr/>
          <p:nvPr/>
        </p:nvSpPr>
        <p:spPr>
          <a:xfrm>
            <a:off x="7486055" y="5489972"/>
            <a:ext cx="2550438" cy="3187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000"/>
              <a:buFont typeface="Fira Mono Medium"/>
              <a:buNone/>
            </a:pPr>
            <a:r>
              <a:rPr b="0" i="0" lang="en-US" sz="2000" u="none" cap="none" strike="noStrike">
                <a:solidFill>
                  <a:schemeClr val="dk1"/>
                </a:solidFill>
                <a:latin typeface="Fira Mono Medium"/>
                <a:ea typeface="Fira Mono Medium"/>
                <a:cs typeface="Fira Mono Medium"/>
                <a:sym typeface="Fira Mono Medium"/>
              </a:rPr>
              <a:t>Eliminar</a:t>
            </a:r>
            <a:endParaRPr b="0" i="0" sz="2000" u="none" cap="none" strike="noStrike">
              <a:solidFill>
                <a:schemeClr val="dk1"/>
              </a:solidFill>
              <a:latin typeface="Arial"/>
              <a:ea typeface="Arial"/>
              <a:cs typeface="Arial"/>
              <a:sym typeface="Arial"/>
            </a:endParaRPr>
          </a:p>
        </p:txBody>
      </p:sp>
      <p:sp>
        <p:nvSpPr>
          <p:cNvPr id="356" name="Google Shape;356;p11"/>
          <p:cNvSpPr/>
          <p:nvPr/>
        </p:nvSpPr>
        <p:spPr>
          <a:xfrm>
            <a:off x="7486055" y="5931098"/>
            <a:ext cx="3627596" cy="32646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chemeClr val="dk1"/>
                </a:solidFill>
                <a:latin typeface="Fira Sans"/>
                <a:ea typeface="Fira Sans"/>
                <a:cs typeface="Fira Sans"/>
                <a:sym typeface="Fira Sans"/>
              </a:rPr>
              <a:t>Remover documentos de una colección</a:t>
            </a:r>
            <a:endParaRPr b="0" i="0" sz="1600" u="none" cap="none" strike="noStrike">
              <a:solidFill>
                <a:schemeClr val="dk1"/>
              </a:solidFill>
              <a:latin typeface="Arial"/>
              <a:ea typeface="Arial"/>
              <a:cs typeface="Arial"/>
              <a:sym typeface="Arial"/>
            </a:endParaRPr>
          </a:p>
        </p:txBody>
      </p:sp>
      <p:sp>
        <p:nvSpPr>
          <p:cNvPr id="357" name="Google Shape;357;p11"/>
          <p:cNvSpPr/>
          <p:nvPr/>
        </p:nvSpPr>
        <p:spPr>
          <a:xfrm>
            <a:off x="714018" y="6690955"/>
            <a:ext cx="13202364" cy="9794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chemeClr val="dk1"/>
                </a:solidFill>
                <a:latin typeface="Fira Sans"/>
                <a:ea typeface="Fira Sans"/>
                <a:cs typeface="Fira Sans"/>
                <a:sym typeface="Fira Sans"/>
              </a:rPr>
              <a:t>MongoDB ofrece operaciones CRUD (Crear, Leer, Actualizar, Eliminar) para manejar los datos almacenados en sus colecciones de documentos. Estas funciones básicas permiten a los desarrolladores interactuar de manera eficiente con la base de datos, agregando, consultando, modificando y eliminando la información según sea necesario.</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2"/>
          <p:cNvSpPr/>
          <p:nvPr/>
        </p:nvSpPr>
        <p:spPr>
          <a:xfrm>
            <a:off x="675561" y="531495"/>
            <a:ext cx="9554766" cy="60317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3800"/>
              <a:buFont typeface="Fira Mono Medium"/>
              <a:buNone/>
            </a:pPr>
            <a:r>
              <a:rPr b="0" i="0" lang="en-US" sz="3800" u="none" cap="none" strike="noStrike">
                <a:solidFill>
                  <a:schemeClr val="dk1"/>
                </a:solidFill>
                <a:latin typeface="Fira Mono Medium"/>
                <a:ea typeface="Fira Mono Medium"/>
                <a:cs typeface="Fira Mono Medium"/>
                <a:sym typeface="Fira Mono Medium"/>
              </a:rPr>
              <a:t>Bases de Datos Clave-Valor: Redis</a:t>
            </a:r>
            <a:endParaRPr b="0" i="0" sz="3800" u="none" cap="none" strike="noStrike">
              <a:solidFill>
                <a:schemeClr val="dk1"/>
              </a:solidFill>
              <a:latin typeface="Arial"/>
              <a:ea typeface="Arial"/>
              <a:cs typeface="Arial"/>
              <a:sym typeface="Arial"/>
            </a:endParaRPr>
          </a:p>
        </p:txBody>
      </p:sp>
      <p:pic>
        <p:nvPicPr>
          <p:cNvPr descr="preencoded.png" id="364" name="Google Shape;364;p12"/>
          <p:cNvPicPr preferRelativeResize="0"/>
          <p:nvPr/>
        </p:nvPicPr>
        <p:blipFill rotWithShape="1">
          <a:blip r:embed="rId3">
            <a:alphaModFix/>
          </a:blip>
          <a:srcRect b="0" l="0" r="0" t="0"/>
          <a:stretch/>
        </p:blipFill>
        <p:spPr>
          <a:xfrm>
            <a:off x="675561" y="1520666"/>
            <a:ext cx="965121" cy="1544360"/>
          </a:xfrm>
          <a:prstGeom prst="rect">
            <a:avLst/>
          </a:prstGeom>
          <a:noFill/>
          <a:ln>
            <a:noFill/>
          </a:ln>
        </p:spPr>
      </p:pic>
      <p:sp>
        <p:nvSpPr>
          <p:cNvPr id="365" name="Google Shape;365;p12"/>
          <p:cNvSpPr/>
          <p:nvPr/>
        </p:nvSpPr>
        <p:spPr>
          <a:xfrm>
            <a:off x="1930241" y="1713667"/>
            <a:ext cx="2413040" cy="301585"/>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Fira Mono Medium"/>
              <a:buNone/>
            </a:pPr>
            <a:r>
              <a:rPr b="0" i="0" lang="en-US" sz="1900" u="none" cap="none" strike="noStrike">
                <a:solidFill>
                  <a:schemeClr val="dk1"/>
                </a:solidFill>
                <a:latin typeface="Fira Mono Medium"/>
                <a:ea typeface="Fira Mono Medium"/>
                <a:cs typeface="Fira Mono Medium"/>
                <a:sym typeface="Fira Mono Medium"/>
              </a:rPr>
              <a:t>Conceptos Clave</a:t>
            </a:r>
            <a:endParaRPr b="0" i="0" sz="1900" u="none" cap="none" strike="noStrike">
              <a:solidFill>
                <a:schemeClr val="dk1"/>
              </a:solidFill>
              <a:latin typeface="Arial"/>
              <a:ea typeface="Arial"/>
              <a:cs typeface="Arial"/>
              <a:sym typeface="Arial"/>
            </a:endParaRPr>
          </a:p>
        </p:txBody>
      </p:sp>
      <p:sp>
        <p:nvSpPr>
          <p:cNvPr id="366" name="Google Shape;366;p12"/>
          <p:cNvSpPr/>
          <p:nvPr/>
        </p:nvSpPr>
        <p:spPr>
          <a:xfrm>
            <a:off x="1930241" y="2130981"/>
            <a:ext cx="12024598" cy="30872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chemeClr val="dk1"/>
                </a:solidFill>
                <a:latin typeface="Fira Sans"/>
                <a:ea typeface="Fira Sans"/>
                <a:cs typeface="Fira Sans"/>
                <a:sym typeface="Fira Sans"/>
              </a:rPr>
              <a:t>Redis (Remote Dictionary Server) es una base de datos de tipo clave-valor, en memoria, de código abierto y de gran rendimiento.</a:t>
            </a:r>
            <a:endParaRPr b="0" i="0" sz="1500" u="none" cap="none" strike="noStrike">
              <a:solidFill>
                <a:schemeClr val="dk1"/>
              </a:solidFill>
              <a:latin typeface="Arial"/>
              <a:ea typeface="Arial"/>
              <a:cs typeface="Arial"/>
              <a:sym typeface="Arial"/>
            </a:endParaRPr>
          </a:p>
        </p:txBody>
      </p:sp>
      <p:pic>
        <p:nvPicPr>
          <p:cNvPr descr="preencoded.png" id="367" name="Google Shape;367;p12"/>
          <p:cNvPicPr preferRelativeResize="0"/>
          <p:nvPr/>
        </p:nvPicPr>
        <p:blipFill rotWithShape="1">
          <a:blip r:embed="rId4">
            <a:alphaModFix/>
          </a:blip>
          <a:srcRect b="0" l="0" r="0" t="0"/>
          <a:stretch/>
        </p:blipFill>
        <p:spPr>
          <a:xfrm>
            <a:off x="675561" y="3065026"/>
            <a:ext cx="965121" cy="1544360"/>
          </a:xfrm>
          <a:prstGeom prst="rect">
            <a:avLst/>
          </a:prstGeom>
          <a:noFill/>
          <a:ln>
            <a:noFill/>
          </a:ln>
        </p:spPr>
      </p:pic>
      <p:sp>
        <p:nvSpPr>
          <p:cNvPr id="368" name="Google Shape;368;p12"/>
          <p:cNvSpPr/>
          <p:nvPr/>
        </p:nvSpPr>
        <p:spPr>
          <a:xfrm>
            <a:off x="1930253" y="3258025"/>
            <a:ext cx="4576200" cy="3087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Fira Mono Medium"/>
              <a:buNone/>
            </a:pPr>
            <a:r>
              <a:rPr b="0" i="0" lang="en-US" sz="1900" u="none" cap="none" strike="noStrike">
                <a:solidFill>
                  <a:schemeClr val="dk1"/>
                </a:solidFill>
                <a:latin typeface="Fira Mono Medium"/>
                <a:ea typeface="Fira Mono Medium"/>
                <a:cs typeface="Fira Mono Medium"/>
                <a:sym typeface="Fira Mono Medium"/>
              </a:rPr>
              <a:t>Almacenamiento de Datos</a:t>
            </a:r>
            <a:endParaRPr b="0" i="0" sz="1900" u="none" cap="none" strike="noStrike">
              <a:solidFill>
                <a:schemeClr val="dk1"/>
              </a:solidFill>
              <a:latin typeface="Arial"/>
              <a:ea typeface="Arial"/>
              <a:cs typeface="Arial"/>
              <a:sym typeface="Arial"/>
            </a:endParaRPr>
          </a:p>
        </p:txBody>
      </p:sp>
      <p:sp>
        <p:nvSpPr>
          <p:cNvPr id="369" name="Google Shape;369;p12"/>
          <p:cNvSpPr/>
          <p:nvPr/>
        </p:nvSpPr>
        <p:spPr>
          <a:xfrm>
            <a:off x="1930241" y="3675340"/>
            <a:ext cx="12024598" cy="61745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chemeClr val="dk1"/>
                </a:solidFill>
                <a:latin typeface="Fira Sans"/>
                <a:ea typeface="Fira Sans"/>
                <a:cs typeface="Fira Sans"/>
                <a:sym typeface="Fira Sans"/>
              </a:rPr>
              <a:t>A</a:t>
            </a:r>
            <a:r>
              <a:rPr b="0" i="0" lang="en-US" sz="1500" u="none" cap="none" strike="noStrike">
                <a:solidFill>
                  <a:schemeClr val="dk1"/>
                </a:solidFill>
                <a:latin typeface="Fira Sans"/>
                <a:ea typeface="Fira Sans"/>
                <a:cs typeface="Fira Sans"/>
                <a:sym typeface="Fira Sans"/>
              </a:rPr>
              <a:t> difere</a:t>
            </a:r>
            <a:r>
              <a:rPr b="0" i="0" lang="en-US" sz="1500" u="none" cap="none" strike="noStrike">
                <a:solidFill>
                  <a:schemeClr val="dk1"/>
                </a:solidFill>
                <a:latin typeface="Fira Sans"/>
                <a:ea typeface="Fira Sans"/>
                <a:cs typeface="Fira Sans"/>
                <a:sym typeface="Fira Sans"/>
              </a:rPr>
              <a:t>ncia de las bases de datos relacionales, Redis utiliza una estructura sencilla de pares clave-valor para el almacenamiento y recuperación rápida de datos.</a:t>
            </a:r>
            <a:endParaRPr b="0" i="0" sz="1500" u="none" cap="none" strike="noStrike">
              <a:solidFill>
                <a:schemeClr val="dk1"/>
              </a:solidFill>
              <a:latin typeface="Arial"/>
              <a:ea typeface="Arial"/>
              <a:cs typeface="Arial"/>
              <a:sym typeface="Arial"/>
            </a:endParaRPr>
          </a:p>
        </p:txBody>
      </p:sp>
      <p:pic>
        <p:nvPicPr>
          <p:cNvPr descr="preencoded.png" id="370" name="Google Shape;370;p12"/>
          <p:cNvPicPr preferRelativeResize="0"/>
          <p:nvPr/>
        </p:nvPicPr>
        <p:blipFill rotWithShape="1">
          <a:blip r:embed="rId5">
            <a:alphaModFix/>
          </a:blip>
          <a:srcRect b="0" l="0" r="0" t="0"/>
          <a:stretch/>
        </p:blipFill>
        <p:spPr>
          <a:xfrm>
            <a:off x="675561" y="4609386"/>
            <a:ext cx="965121" cy="1544360"/>
          </a:xfrm>
          <a:prstGeom prst="rect">
            <a:avLst/>
          </a:prstGeom>
          <a:noFill/>
          <a:ln>
            <a:noFill/>
          </a:ln>
        </p:spPr>
      </p:pic>
      <p:sp>
        <p:nvSpPr>
          <p:cNvPr id="371" name="Google Shape;371;p12"/>
          <p:cNvSpPr/>
          <p:nvPr/>
        </p:nvSpPr>
        <p:spPr>
          <a:xfrm>
            <a:off x="1930241" y="4451086"/>
            <a:ext cx="3763200" cy="3015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Fira Mono Medium"/>
              <a:buNone/>
            </a:pPr>
            <a:r>
              <a:rPr b="0" i="0" lang="en-US" sz="1900" u="none" cap="none" strike="noStrike">
                <a:solidFill>
                  <a:schemeClr val="dk1"/>
                </a:solidFill>
                <a:latin typeface="Fira Mono Medium"/>
                <a:ea typeface="Fira Mono Medium"/>
                <a:cs typeface="Fira Mono Medium"/>
                <a:sym typeface="Fira Mono Medium"/>
              </a:rPr>
              <a:t>Características Destacadas</a:t>
            </a:r>
            <a:endParaRPr b="0" i="0" sz="1900" u="none" cap="none" strike="noStrike">
              <a:solidFill>
                <a:schemeClr val="dk1"/>
              </a:solidFill>
              <a:latin typeface="Arial"/>
              <a:ea typeface="Arial"/>
              <a:cs typeface="Arial"/>
              <a:sym typeface="Arial"/>
            </a:endParaRPr>
          </a:p>
        </p:txBody>
      </p:sp>
      <p:sp>
        <p:nvSpPr>
          <p:cNvPr id="372" name="Google Shape;372;p12"/>
          <p:cNvSpPr/>
          <p:nvPr/>
        </p:nvSpPr>
        <p:spPr>
          <a:xfrm>
            <a:off x="1930241" y="5219700"/>
            <a:ext cx="12024598" cy="61745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chemeClr val="dk1"/>
                </a:solidFill>
                <a:latin typeface="Fira Sans"/>
                <a:ea typeface="Fira Sans"/>
                <a:cs typeface="Fira Sans"/>
                <a:sym typeface="Fira Sans"/>
              </a:rPr>
              <a:t>Redis ofrece una gran variedad de tipos de datos, como cadenas, listas, conjuntos y hashes, lo que lo hace muy flexible y adaptable a diversas necesidades.</a:t>
            </a:r>
            <a:endParaRPr b="0" i="0" sz="1500" u="none" cap="none" strike="noStrike">
              <a:solidFill>
                <a:schemeClr val="dk1"/>
              </a:solidFill>
              <a:latin typeface="Arial"/>
              <a:ea typeface="Arial"/>
              <a:cs typeface="Arial"/>
              <a:sym typeface="Arial"/>
            </a:endParaRPr>
          </a:p>
        </p:txBody>
      </p:sp>
      <p:pic>
        <p:nvPicPr>
          <p:cNvPr descr="preencoded.png" id="373" name="Google Shape;373;p12"/>
          <p:cNvPicPr preferRelativeResize="0"/>
          <p:nvPr/>
        </p:nvPicPr>
        <p:blipFill rotWithShape="1">
          <a:blip r:embed="rId6">
            <a:alphaModFix/>
          </a:blip>
          <a:srcRect b="0" l="0" r="0" t="0"/>
          <a:stretch/>
        </p:blipFill>
        <p:spPr>
          <a:xfrm>
            <a:off x="675561" y="6153745"/>
            <a:ext cx="965121" cy="1544360"/>
          </a:xfrm>
          <a:prstGeom prst="rect">
            <a:avLst/>
          </a:prstGeom>
          <a:noFill/>
          <a:ln>
            <a:noFill/>
          </a:ln>
        </p:spPr>
      </p:pic>
      <p:sp>
        <p:nvSpPr>
          <p:cNvPr id="374" name="Google Shape;374;p12"/>
          <p:cNvSpPr/>
          <p:nvPr/>
        </p:nvSpPr>
        <p:spPr>
          <a:xfrm>
            <a:off x="1930241" y="5952896"/>
            <a:ext cx="3907800" cy="3015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Fira Mono Medium"/>
              <a:buNone/>
            </a:pPr>
            <a:r>
              <a:rPr b="0" i="0" lang="en-US" sz="1900" u="none" cap="none" strike="noStrike">
                <a:solidFill>
                  <a:schemeClr val="dk1"/>
                </a:solidFill>
                <a:latin typeface="Fira Mono Medium"/>
                <a:ea typeface="Fira Mono Medium"/>
                <a:cs typeface="Fira Mono Medium"/>
                <a:sym typeface="Fira Mono Medium"/>
              </a:rPr>
              <a:t>Rendimiento y Escalabilidad</a:t>
            </a:r>
            <a:endParaRPr b="0" i="0" sz="1900" u="none" cap="none" strike="noStrike">
              <a:solidFill>
                <a:schemeClr val="dk1"/>
              </a:solidFill>
              <a:latin typeface="Arial"/>
              <a:ea typeface="Arial"/>
              <a:cs typeface="Arial"/>
              <a:sym typeface="Arial"/>
            </a:endParaRPr>
          </a:p>
        </p:txBody>
      </p:sp>
      <p:sp>
        <p:nvSpPr>
          <p:cNvPr id="375" name="Google Shape;375;p12"/>
          <p:cNvSpPr/>
          <p:nvPr/>
        </p:nvSpPr>
        <p:spPr>
          <a:xfrm>
            <a:off x="1930241" y="6764060"/>
            <a:ext cx="12024598" cy="61745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chemeClr val="dk1"/>
                </a:solidFill>
                <a:latin typeface="Fira Sans"/>
                <a:ea typeface="Fira Sans"/>
                <a:cs typeface="Fira Sans"/>
                <a:sym typeface="Fira Sans"/>
              </a:rPr>
              <a:t>Gracias a su arquitectura en memoria, Redis es capaz de procesar un gran volumen de consultas con baja latencia, lo que lo convierte en una solución ideal para aplicaciones con altas demandas de rendimiento.</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descr="preencoded.png" id="381" name="Google Shape;381;p13"/>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382" name="Google Shape;382;p13"/>
          <p:cNvPicPr preferRelativeResize="0"/>
          <p:nvPr/>
        </p:nvPicPr>
        <p:blipFill rotWithShape="1">
          <a:blip r:embed="rId4">
            <a:alphaModFix/>
          </a:blip>
          <a:srcRect b="0" l="0" r="0" t="0"/>
          <a:stretch/>
        </p:blipFill>
        <p:spPr>
          <a:xfrm>
            <a:off x="253841" y="3320296"/>
            <a:ext cx="4978598" cy="1589008"/>
          </a:xfrm>
          <a:prstGeom prst="rect">
            <a:avLst/>
          </a:prstGeom>
          <a:noFill/>
          <a:ln>
            <a:noFill/>
          </a:ln>
        </p:spPr>
      </p:pic>
      <p:sp>
        <p:nvSpPr>
          <p:cNvPr id="383" name="Google Shape;383;p13"/>
          <p:cNvSpPr/>
          <p:nvPr/>
        </p:nvSpPr>
        <p:spPr>
          <a:xfrm>
            <a:off x="6196965" y="558284"/>
            <a:ext cx="7722870" cy="1268730"/>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FBF3FA"/>
              </a:buClr>
              <a:buSzPts val="3950"/>
              <a:buFont typeface="Fira Mono Medium"/>
              <a:buNone/>
            </a:pPr>
            <a:r>
              <a:rPr b="0" i="0" lang="en-US" sz="3950" u="none" cap="none" strike="noStrike">
                <a:solidFill>
                  <a:schemeClr val="dk1"/>
                </a:solidFill>
                <a:latin typeface="Fira Mono Medium"/>
                <a:ea typeface="Fira Mono Medium"/>
                <a:cs typeface="Fira Mono Medium"/>
                <a:sym typeface="Fira Mono Medium"/>
              </a:rPr>
              <a:t>Operaciones básicas en Redis</a:t>
            </a:r>
            <a:endParaRPr b="0" i="0" sz="3950" u="none" cap="none" strike="noStrike">
              <a:solidFill>
                <a:schemeClr val="dk1"/>
              </a:solidFill>
              <a:latin typeface="Arial"/>
              <a:ea typeface="Arial"/>
              <a:cs typeface="Arial"/>
              <a:sym typeface="Arial"/>
            </a:endParaRPr>
          </a:p>
        </p:txBody>
      </p:sp>
      <p:sp>
        <p:nvSpPr>
          <p:cNvPr id="384" name="Google Shape;384;p13"/>
          <p:cNvSpPr/>
          <p:nvPr/>
        </p:nvSpPr>
        <p:spPr>
          <a:xfrm>
            <a:off x="6489978" y="2131457"/>
            <a:ext cx="22860" cy="5539740"/>
          </a:xfrm>
          <a:prstGeom prst="roundRect">
            <a:avLst>
              <a:gd fmla="val 133219" name="adj"/>
            </a:avLst>
          </a:prstGeom>
          <a:solidFill>
            <a:srgbClr val="4747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85" name="Google Shape;385;p13"/>
          <p:cNvSpPr/>
          <p:nvPr/>
        </p:nvSpPr>
        <p:spPr>
          <a:xfrm>
            <a:off x="6706910" y="2576751"/>
            <a:ext cx="710565" cy="22860"/>
          </a:xfrm>
          <a:prstGeom prst="roundRect">
            <a:avLst>
              <a:gd fmla="val 133219" name="adj"/>
            </a:avLst>
          </a:prstGeom>
          <a:solidFill>
            <a:srgbClr val="4747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86" name="Google Shape;386;p13"/>
          <p:cNvSpPr/>
          <p:nvPr/>
        </p:nvSpPr>
        <p:spPr>
          <a:xfrm>
            <a:off x="6273046" y="2359819"/>
            <a:ext cx="456724" cy="456724"/>
          </a:xfrm>
          <a:prstGeom prst="roundRect">
            <a:avLst>
              <a:gd fmla="val 6668"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7" name="Google Shape;387;p13"/>
          <p:cNvSpPr/>
          <p:nvPr/>
        </p:nvSpPr>
        <p:spPr>
          <a:xfrm>
            <a:off x="6409968" y="2435900"/>
            <a:ext cx="182761" cy="30456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350"/>
              <a:buFont typeface="Fira Mono Medium"/>
              <a:buNone/>
            </a:pPr>
            <a:r>
              <a:rPr b="0" i="0" lang="en-US" sz="2350" u="none" cap="none" strike="noStrike">
                <a:solidFill>
                  <a:schemeClr val="lt1"/>
                </a:solidFill>
                <a:latin typeface="Fira Mono Medium"/>
                <a:ea typeface="Fira Mono Medium"/>
                <a:cs typeface="Fira Mono Medium"/>
                <a:sym typeface="Fira Mono Medium"/>
              </a:rPr>
              <a:t>1</a:t>
            </a:r>
            <a:endParaRPr b="0" i="0" sz="2350" u="none" cap="none" strike="noStrike">
              <a:solidFill>
                <a:schemeClr val="lt1"/>
              </a:solidFill>
              <a:latin typeface="Arial"/>
              <a:ea typeface="Arial"/>
              <a:cs typeface="Arial"/>
              <a:sym typeface="Arial"/>
            </a:endParaRPr>
          </a:p>
        </p:txBody>
      </p:sp>
      <p:sp>
        <p:nvSpPr>
          <p:cNvPr id="388" name="Google Shape;388;p13"/>
          <p:cNvSpPr/>
          <p:nvPr/>
        </p:nvSpPr>
        <p:spPr>
          <a:xfrm>
            <a:off x="7617976" y="2334458"/>
            <a:ext cx="2537817" cy="3173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D6DE"/>
              </a:buClr>
              <a:buSzPts val="1950"/>
              <a:buFont typeface="Fira Mono Medium"/>
              <a:buNone/>
            </a:pPr>
            <a:r>
              <a:rPr b="0" i="0" lang="en-US" sz="1950" u="none" cap="none" strike="noStrike">
                <a:solidFill>
                  <a:schemeClr val="dk1"/>
                </a:solidFill>
                <a:latin typeface="Fira Mono Medium"/>
                <a:ea typeface="Fira Mono Medium"/>
                <a:cs typeface="Fira Mono Medium"/>
                <a:sym typeface="Fira Mono Medium"/>
              </a:rPr>
              <a:t>Almacenamiento</a:t>
            </a:r>
            <a:endParaRPr b="0" i="0" sz="1950" u="none" cap="none" strike="noStrike">
              <a:solidFill>
                <a:schemeClr val="dk1"/>
              </a:solidFill>
              <a:latin typeface="Arial"/>
              <a:ea typeface="Arial"/>
              <a:cs typeface="Arial"/>
              <a:sym typeface="Arial"/>
            </a:endParaRPr>
          </a:p>
        </p:txBody>
      </p:sp>
      <p:sp>
        <p:nvSpPr>
          <p:cNvPr id="389" name="Google Shape;389;p13"/>
          <p:cNvSpPr/>
          <p:nvPr/>
        </p:nvSpPr>
        <p:spPr>
          <a:xfrm>
            <a:off x="7617976" y="2773561"/>
            <a:ext cx="6301859" cy="649605"/>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0D6DE"/>
              </a:buClr>
              <a:buSzPts val="1550"/>
              <a:buFont typeface="Fira Sans"/>
              <a:buNone/>
            </a:pPr>
            <a:r>
              <a:rPr b="0" i="0" lang="en-US" sz="1550" u="none" cap="none" strike="noStrike">
                <a:solidFill>
                  <a:schemeClr val="dk1"/>
                </a:solidFill>
                <a:latin typeface="Fira Sans"/>
                <a:ea typeface="Fira Sans"/>
                <a:cs typeface="Fira Sans"/>
                <a:sym typeface="Fira Sans"/>
              </a:rPr>
              <a:t>Redis permite almacenar datos en estructuras como cadenas, listas, conjuntos y hashes de manera sencilla y eficiente.</a:t>
            </a:r>
            <a:endParaRPr b="0" i="0" sz="1550" u="none" cap="none" strike="noStrike">
              <a:solidFill>
                <a:schemeClr val="dk1"/>
              </a:solidFill>
              <a:latin typeface="Arial"/>
              <a:ea typeface="Arial"/>
              <a:cs typeface="Arial"/>
              <a:sym typeface="Arial"/>
            </a:endParaRPr>
          </a:p>
        </p:txBody>
      </p:sp>
      <p:sp>
        <p:nvSpPr>
          <p:cNvPr id="390" name="Google Shape;390;p13"/>
          <p:cNvSpPr/>
          <p:nvPr/>
        </p:nvSpPr>
        <p:spPr>
          <a:xfrm>
            <a:off x="6706910" y="4274463"/>
            <a:ext cx="710565" cy="22860"/>
          </a:xfrm>
          <a:prstGeom prst="roundRect">
            <a:avLst>
              <a:gd fmla="val 133219" name="adj"/>
            </a:avLst>
          </a:prstGeom>
          <a:solidFill>
            <a:srgbClr val="4747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91" name="Google Shape;391;p13"/>
          <p:cNvSpPr/>
          <p:nvPr/>
        </p:nvSpPr>
        <p:spPr>
          <a:xfrm>
            <a:off x="6273046" y="4057531"/>
            <a:ext cx="456724" cy="456724"/>
          </a:xfrm>
          <a:prstGeom prst="roundRect">
            <a:avLst>
              <a:gd fmla="val 6668"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2" name="Google Shape;392;p13"/>
          <p:cNvSpPr/>
          <p:nvPr/>
        </p:nvSpPr>
        <p:spPr>
          <a:xfrm>
            <a:off x="6409968" y="4133612"/>
            <a:ext cx="182761" cy="30456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350"/>
              <a:buFont typeface="Fira Mono Medium"/>
              <a:buNone/>
            </a:pPr>
            <a:r>
              <a:rPr b="0" i="0" lang="en-US" sz="2350" u="none" cap="none" strike="noStrike">
                <a:solidFill>
                  <a:schemeClr val="lt1"/>
                </a:solidFill>
                <a:latin typeface="Fira Mono Medium"/>
                <a:ea typeface="Fira Mono Medium"/>
                <a:cs typeface="Fira Mono Medium"/>
                <a:sym typeface="Fira Mono Medium"/>
              </a:rPr>
              <a:t>2</a:t>
            </a:r>
            <a:endParaRPr b="0" i="0" sz="2350" u="none" cap="none" strike="noStrike">
              <a:solidFill>
                <a:schemeClr val="lt1"/>
              </a:solidFill>
              <a:latin typeface="Arial"/>
              <a:ea typeface="Arial"/>
              <a:cs typeface="Arial"/>
              <a:sym typeface="Arial"/>
            </a:endParaRPr>
          </a:p>
        </p:txBody>
      </p:sp>
      <p:sp>
        <p:nvSpPr>
          <p:cNvPr id="393" name="Google Shape;393;p13"/>
          <p:cNvSpPr/>
          <p:nvPr/>
        </p:nvSpPr>
        <p:spPr>
          <a:xfrm>
            <a:off x="7617976" y="4032171"/>
            <a:ext cx="2537817" cy="3173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D6DE"/>
              </a:buClr>
              <a:buSzPts val="1950"/>
              <a:buFont typeface="Fira Mono Medium"/>
              <a:buNone/>
            </a:pPr>
            <a:r>
              <a:rPr b="0" i="0" lang="en-US" sz="1950" u="none" cap="none" strike="noStrike">
                <a:solidFill>
                  <a:schemeClr val="dk1"/>
                </a:solidFill>
                <a:latin typeface="Fira Mono Medium"/>
                <a:ea typeface="Fira Mono Medium"/>
                <a:cs typeface="Fira Mono Medium"/>
                <a:sym typeface="Fira Mono Medium"/>
              </a:rPr>
              <a:t>Recuperación</a:t>
            </a:r>
            <a:endParaRPr b="0" i="0" sz="1950" u="none" cap="none" strike="noStrike">
              <a:solidFill>
                <a:schemeClr val="dk1"/>
              </a:solidFill>
              <a:latin typeface="Arial"/>
              <a:ea typeface="Arial"/>
              <a:cs typeface="Arial"/>
              <a:sym typeface="Arial"/>
            </a:endParaRPr>
          </a:p>
        </p:txBody>
      </p:sp>
      <p:sp>
        <p:nvSpPr>
          <p:cNvPr id="394" name="Google Shape;394;p13"/>
          <p:cNvSpPr/>
          <p:nvPr/>
        </p:nvSpPr>
        <p:spPr>
          <a:xfrm>
            <a:off x="7617976" y="4471273"/>
            <a:ext cx="6301859" cy="974408"/>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0D6DE"/>
              </a:buClr>
              <a:buSzPts val="1550"/>
              <a:buFont typeface="Fira Sans"/>
              <a:buNone/>
            </a:pPr>
            <a:r>
              <a:rPr b="0" i="0" lang="en-US" sz="1550" u="none" cap="none" strike="noStrike">
                <a:solidFill>
                  <a:schemeClr val="dk1"/>
                </a:solidFill>
                <a:latin typeface="Fira Sans"/>
                <a:ea typeface="Fira Sans"/>
                <a:cs typeface="Fira Sans"/>
                <a:sym typeface="Fira Sans"/>
              </a:rPr>
              <a:t>Acceder y recuperar datos almacenados en Redis es rápido y directo, gracias a su diseño optimizado para el acceso y la búsqueda.</a:t>
            </a:r>
            <a:endParaRPr b="0" i="0" sz="1550" u="none" cap="none" strike="noStrike">
              <a:solidFill>
                <a:schemeClr val="dk1"/>
              </a:solidFill>
              <a:latin typeface="Arial"/>
              <a:ea typeface="Arial"/>
              <a:cs typeface="Arial"/>
              <a:sym typeface="Arial"/>
            </a:endParaRPr>
          </a:p>
        </p:txBody>
      </p:sp>
      <p:sp>
        <p:nvSpPr>
          <p:cNvPr id="395" name="Google Shape;395;p13"/>
          <p:cNvSpPr/>
          <p:nvPr/>
        </p:nvSpPr>
        <p:spPr>
          <a:xfrm>
            <a:off x="6706910" y="6296978"/>
            <a:ext cx="710565" cy="22860"/>
          </a:xfrm>
          <a:prstGeom prst="roundRect">
            <a:avLst>
              <a:gd fmla="val 133219" name="adj"/>
            </a:avLst>
          </a:prstGeom>
          <a:solidFill>
            <a:srgbClr val="4747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96" name="Google Shape;396;p13"/>
          <p:cNvSpPr/>
          <p:nvPr/>
        </p:nvSpPr>
        <p:spPr>
          <a:xfrm>
            <a:off x="6273046" y="6080046"/>
            <a:ext cx="456724" cy="456724"/>
          </a:xfrm>
          <a:prstGeom prst="roundRect">
            <a:avLst>
              <a:gd fmla="val 6668"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7" name="Google Shape;397;p13"/>
          <p:cNvSpPr/>
          <p:nvPr/>
        </p:nvSpPr>
        <p:spPr>
          <a:xfrm>
            <a:off x="6409968" y="6156127"/>
            <a:ext cx="182761" cy="30456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350"/>
              <a:buFont typeface="Fira Mono Medium"/>
              <a:buNone/>
            </a:pPr>
            <a:r>
              <a:rPr b="0" i="0" lang="en-US" sz="2350" u="none" cap="none" strike="noStrike">
                <a:solidFill>
                  <a:schemeClr val="lt1"/>
                </a:solidFill>
                <a:latin typeface="Fira Mono Medium"/>
                <a:ea typeface="Fira Mono Medium"/>
                <a:cs typeface="Fira Mono Medium"/>
                <a:sym typeface="Fira Mono Medium"/>
              </a:rPr>
              <a:t>3</a:t>
            </a:r>
            <a:endParaRPr b="0" i="0" sz="2350" u="none" cap="none" strike="noStrike">
              <a:solidFill>
                <a:schemeClr val="lt1"/>
              </a:solidFill>
              <a:latin typeface="Arial"/>
              <a:ea typeface="Arial"/>
              <a:cs typeface="Arial"/>
              <a:sym typeface="Arial"/>
            </a:endParaRPr>
          </a:p>
        </p:txBody>
      </p:sp>
      <p:sp>
        <p:nvSpPr>
          <p:cNvPr id="398" name="Google Shape;398;p13"/>
          <p:cNvSpPr/>
          <p:nvPr/>
        </p:nvSpPr>
        <p:spPr>
          <a:xfrm>
            <a:off x="7617976" y="6054685"/>
            <a:ext cx="2537817" cy="3173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D6DE"/>
              </a:buClr>
              <a:buSzPts val="1950"/>
              <a:buFont typeface="Fira Mono Medium"/>
              <a:buNone/>
            </a:pPr>
            <a:r>
              <a:rPr b="0" i="0" lang="en-US" sz="1950" u="none" cap="none" strike="noStrike">
                <a:solidFill>
                  <a:schemeClr val="dk1"/>
                </a:solidFill>
                <a:latin typeface="Fira Mono Medium"/>
                <a:ea typeface="Fira Mono Medium"/>
                <a:cs typeface="Fira Mono Medium"/>
                <a:sym typeface="Fira Mono Medium"/>
              </a:rPr>
              <a:t>Manipulación</a:t>
            </a:r>
            <a:endParaRPr b="0" i="0" sz="1950" u="none" cap="none" strike="noStrike">
              <a:solidFill>
                <a:schemeClr val="dk1"/>
              </a:solidFill>
              <a:latin typeface="Arial"/>
              <a:ea typeface="Arial"/>
              <a:cs typeface="Arial"/>
              <a:sym typeface="Arial"/>
            </a:endParaRPr>
          </a:p>
        </p:txBody>
      </p:sp>
      <p:sp>
        <p:nvSpPr>
          <p:cNvPr id="399" name="Google Shape;399;p13"/>
          <p:cNvSpPr/>
          <p:nvPr/>
        </p:nvSpPr>
        <p:spPr>
          <a:xfrm>
            <a:off x="7617976" y="6493788"/>
            <a:ext cx="6301859" cy="974408"/>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0D6DE"/>
              </a:buClr>
              <a:buSzPts val="1550"/>
              <a:buFont typeface="Fira Sans"/>
              <a:buNone/>
            </a:pPr>
            <a:r>
              <a:rPr b="0" i="0" lang="en-US" sz="1550" u="none" cap="none" strike="noStrike">
                <a:solidFill>
                  <a:schemeClr val="dk1"/>
                </a:solidFill>
                <a:latin typeface="Fira Sans"/>
                <a:ea typeface="Fira Sans"/>
                <a:cs typeface="Fira Sans"/>
                <a:sym typeface="Fira Sans"/>
              </a:rPr>
              <a:t>Redis ofrece una amplia gama de comandos para manipular los datos almacenados, como incrementar, decrementar, agregar, remover y más.</a:t>
            </a:r>
            <a:endParaRPr b="0" i="0" sz="155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descr="preencoded.png" id="405" name="Google Shape;405;p14"/>
          <p:cNvPicPr preferRelativeResize="0"/>
          <p:nvPr/>
        </p:nvPicPr>
        <p:blipFill rotWithShape="1">
          <a:blip r:embed="rId3">
            <a:alphaModFix/>
          </a:blip>
          <a:srcRect b="0" l="0" r="0" t="0"/>
          <a:stretch/>
        </p:blipFill>
        <p:spPr>
          <a:xfrm>
            <a:off x="0" y="0"/>
            <a:ext cx="14630400" cy="2143006"/>
          </a:xfrm>
          <a:prstGeom prst="rect">
            <a:avLst/>
          </a:prstGeom>
          <a:noFill/>
          <a:ln>
            <a:noFill/>
          </a:ln>
        </p:spPr>
      </p:pic>
      <p:sp>
        <p:nvSpPr>
          <p:cNvPr id="406" name="Google Shape;406;p14"/>
          <p:cNvSpPr/>
          <p:nvPr/>
        </p:nvSpPr>
        <p:spPr>
          <a:xfrm>
            <a:off x="599956" y="2748439"/>
            <a:ext cx="6170533" cy="535781"/>
          </a:xfrm>
          <a:prstGeom prst="rect">
            <a:avLst/>
          </a:prstGeom>
          <a:noFill/>
          <a:ln>
            <a:noFill/>
          </a:ln>
        </p:spPr>
        <p:txBody>
          <a:bodyPr anchorCtr="0" anchor="t" bIns="0" lIns="0" spcFirstLastPara="1" rIns="0" wrap="square" tIns="0">
            <a:noAutofit/>
          </a:bodyPr>
          <a:lstStyle/>
          <a:p>
            <a:pPr indent="0" lvl="0" marL="0" marR="0" rtl="0" algn="l">
              <a:lnSpc>
                <a:spcPct val="125373"/>
              </a:lnSpc>
              <a:spcBef>
                <a:spcPts val="0"/>
              </a:spcBef>
              <a:spcAft>
                <a:spcPts val="0"/>
              </a:spcAft>
              <a:buClr>
                <a:srgbClr val="FBF3FA"/>
              </a:buClr>
              <a:buSzPts val="3350"/>
              <a:buFont typeface="Fira Mono Medium"/>
              <a:buNone/>
            </a:pPr>
            <a:r>
              <a:rPr b="0" i="0" lang="en-US" sz="3350" u="none" cap="none" strike="noStrike">
                <a:solidFill>
                  <a:schemeClr val="dk1"/>
                </a:solidFill>
                <a:latin typeface="Fira Mono Medium"/>
                <a:ea typeface="Fira Mono Medium"/>
                <a:cs typeface="Fira Mono Medium"/>
                <a:sym typeface="Fira Mono Medium"/>
              </a:rPr>
              <a:t>Comparación NoSQL vs SQL</a:t>
            </a:r>
            <a:endParaRPr b="0" i="0" sz="3350" u="none" cap="none" strike="noStrike">
              <a:solidFill>
                <a:schemeClr val="dk1"/>
              </a:solidFill>
              <a:latin typeface="Arial"/>
              <a:ea typeface="Arial"/>
              <a:cs typeface="Arial"/>
              <a:sym typeface="Arial"/>
            </a:endParaRPr>
          </a:p>
        </p:txBody>
      </p:sp>
      <p:sp>
        <p:nvSpPr>
          <p:cNvPr id="407" name="Google Shape;407;p14"/>
          <p:cNvSpPr/>
          <p:nvPr/>
        </p:nvSpPr>
        <p:spPr>
          <a:xfrm>
            <a:off x="599956" y="3541276"/>
            <a:ext cx="13430488" cy="4082891"/>
          </a:xfrm>
          <a:prstGeom prst="roundRect">
            <a:avLst>
              <a:gd fmla="val 630" name="adj"/>
            </a:avLst>
          </a:prstGeom>
          <a:noFill/>
          <a:ln cap="flat" cmpd="sng" w="9525">
            <a:solidFill>
              <a:srgbClr val="FFFFFF">
                <a:alpha val="2392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08" name="Google Shape;408;p14"/>
          <p:cNvSpPr/>
          <p:nvPr/>
        </p:nvSpPr>
        <p:spPr>
          <a:xfrm>
            <a:off x="607576" y="3548896"/>
            <a:ext cx="13413819" cy="495062"/>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09" name="Google Shape;409;p14"/>
          <p:cNvSpPr/>
          <p:nvPr/>
        </p:nvSpPr>
        <p:spPr>
          <a:xfrm>
            <a:off x="780336" y="3659267"/>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1" i="0" lang="en-US" sz="1300" u="none" cap="none" strike="noStrike">
                <a:solidFill>
                  <a:schemeClr val="dk1"/>
                </a:solidFill>
                <a:latin typeface="Fira Sans"/>
                <a:ea typeface="Fira Sans"/>
                <a:cs typeface="Fira Sans"/>
                <a:sym typeface="Fira Sans"/>
              </a:rPr>
              <a:t>Característica</a:t>
            </a:r>
            <a:endParaRPr b="0" i="0" sz="1300" u="none" cap="none" strike="noStrike">
              <a:solidFill>
                <a:schemeClr val="dk1"/>
              </a:solidFill>
              <a:latin typeface="Arial"/>
              <a:ea typeface="Arial"/>
              <a:cs typeface="Arial"/>
              <a:sym typeface="Arial"/>
            </a:endParaRPr>
          </a:p>
        </p:txBody>
      </p:sp>
      <p:sp>
        <p:nvSpPr>
          <p:cNvPr id="410" name="Google Shape;410;p14"/>
          <p:cNvSpPr/>
          <p:nvPr/>
        </p:nvSpPr>
        <p:spPr>
          <a:xfrm>
            <a:off x="5254943" y="3659267"/>
            <a:ext cx="412051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1" i="0" lang="en-US" sz="1300" u="none" cap="none" strike="noStrike">
                <a:solidFill>
                  <a:schemeClr val="dk1"/>
                </a:solidFill>
                <a:latin typeface="Fira Sans"/>
                <a:ea typeface="Fira Sans"/>
                <a:cs typeface="Fira Sans"/>
                <a:sym typeface="Fira Sans"/>
              </a:rPr>
              <a:t>Bases de Datos SQL</a:t>
            </a:r>
            <a:endParaRPr b="0" i="0" sz="1300" u="none" cap="none" strike="noStrike">
              <a:solidFill>
                <a:schemeClr val="dk1"/>
              </a:solidFill>
              <a:latin typeface="Arial"/>
              <a:ea typeface="Arial"/>
              <a:cs typeface="Arial"/>
              <a:sym typeface="Arial"/>
            </a:endParaRPr>
          </a:p>
        </p:txBody>
      </p:sp>
      <p:sp>
        <p:nvSpPr>
          <p:cNvPr id="411" name="Google Shape;411;p14"/>
          <p:cNvSpPr/>
          <p:nvPr/>
        </p:nvSpPr>
        <p:spPr>
          <a:xfrm>
            <a:off x="9725739" y="3659267"/>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1" i="0" lang="en-US" sz="1300" u="none" cap="none" strike="noStrike">
                <a:solidFill>
                  <a:schemeClr val="dk1"/>
                </a:solidFill>
                <a:latin typeface="Fira Sans"/>
                <a:ea typeface="Fira Sans"/>
                <a:cs typeface="Fira Sans"/>
                <a:sym typeface="Fira Sans"/>
              </a:rPr>
              <a:t>Bases de Datos NoSQL</a:t>
            </a:r>
            <a:endParaRPr b="0" i="0" sz="1300" u="none" cap="none" strike="noStrike">
              <a:solidFill>
                <a:schemeClr val="dk1"/>
              </a:solidFill>
              <a:latin typeface="Arial"/>
              <a:ea typeface="Arial"/>
              <a:cs typeface="Arial"/>
              <a:sym typeface="Arial"/>
            </a:endParaRPr>
          </a:p>
        </p:txBody>
      </p:sp>
      <p:sp>
        <p:nvSpPr>
          <p:cNvPr id="412" name="Google Shape;412;p14"/>
          <p:cNvSpPr/>
          <p:nvPr/>
        </p:nvSpPr>
        <p:spPr>
          <a:xfrm>
            <a:off x="607576" y="4043958"/>
            <a:ext cx="13413819" cy="769382"/>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13" name="Google Shape;413;p14"/>
          <p:cNvSpPr/>
          <p:nvPr/>
        </p:nvSpPr>
        <p:spPr>
          <a:xfrm>
            <a:off x="780336" y="4154329"/>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Modelo de Datos</a:t>
            </a:r>
            <a:endParaRPr b="0" i="0" sz="1300" u="none" cap="none" strike="noStrike">
              <a:solidFill>
                <a:schemeClr val="dk1"/>
              </a:solidFill>
              <a:latin typeface="Arial"/>
              <a:ea typeface="Arial"/>
              <a:cs typeface="Arial"/>
              <a:sym typeface="Arial"/>
            </a:endParaRPr>
          </a:p>
        </p:txBody>
      </p:sp>
      <p:sp>
        <p:nvSpPr>
          <p:cNvPr id="414" name="Google Shape;414;p14"/>
          <p:cNvSpPr/>
          <p:nvPr/>
        </p:nvSpPr>
        <p:spPr>
          <a:xfrm>
            <a:off x="5254943" y="4154329"/>
            <a:ext cx="412051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Relacional, basado en tablas y esquemas fijos</a:t>
            </a:r>
            <a:endParaRPr b="0" i="0" sz="1300" u="none" cap="none" strike="noStrike">
              <a:solidFill>
                <a:schemeClr val="dk1"/>
              </a:solidFill>
              <a:latin typeface="Arial"/>
              <a:ea typeface="Arial"/>
              <a:cs typeface="Arial"/>
              <a:sym typeface="Arial"/>
            </a:endParaRPr>
          </a:p>
        </p:txBody>
      </p:sp>
      <p:sp>
        <p:nvSpPr>
          <p:cNvPr id="415" name="Google Shape;415;p14"/>
          <p:cNvSpPr/>
          <p:nvPr/>
        </p:nvSpPr>
        <p:spPr>
          <a:xfrm>
            <a:off x="9725739" y="4154329"/>
            <a:ext cx="412432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Diversos modelos, como documento, clave-valor, columnar y grafo, con esquemas flexibles</a:t>
            </a:r>
            <a:endParaRPr b="0" i="0" sz="1300" u="none" cap="none" strike="noStrike">
              <a:solidFill>
                <a:schemeClr val="dk1"/>
              </a:solidFill>
              <a:latin typeface="Arial"/>
              <a:ea typeface="Arial"/>
              <a:cs typeface="Arial"/>
              <a:sym typeface="Arial"/>
            </a:endParaRPr>
          </a:p>
        </p:txBody>
      </p:sp>
      <p:sp>
        <p:nvSpPr>
          <p:cNvPr id="416" name="Google Shape;416;p14"/>
          <p:cNvSpPr/>
          <p:nvPr/>
        </p:nvSpPr>
        <p:spPr>
          <a:xfrm>
            <a:off x="607576" y="4813340"/>
            <a:ext cx="13413819" cy="769382"/>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17" name="Google Shape;417;p14"/>
          <p:cNvSpPr/>
          <p:nvPr/>
        </p:nvSpPr>
        <p:spPr>
          <a:xfrm>
            <a:off x="780336" y="4923711"/>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Escalabilidad</a:t>
            </a:r>
            <a:endParaRPr b="0" i="0" sz="1300" u="none" cap="none" strike="noStrike">
              <a:solidFill>
                <a:schemeClr val="dk1"/>
              </a:solidFill>
              <a:latin typeface="Arial"/>
              <a:ea typeface="Arial"/>
              <a:cs typeface="Arial"/>
              <a:sym typeface="Arial"/>
            </a:endParaRPr>
          </a:p>
        </p:txBody>
      </p:sp>
      <p:sp>
        <p:nvSpPr>
          <p:cNvPr id="418" name="Google Shape;418;p14"/>
          <p:cNvSpPr/>
          <p:nvPr/>
        </p:nvSpPr>
        <p:spPr>
          <a:xfrm>
            <a:off x="5254943" y="4923711"/>
            <a:ext cx="412051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Escalabilidad vertical, limitada por la capacidad del hardware</a:t>
            </a:r>
            <a:endParaRPr b="0" i="0" sz="1300" u="none" cap="none" strike="noStrike">
              <a:solidFill>
                <a:schemeClr val="dk1"/>
              </a:solidFill>
              <a:latin typeface="Arial"/>
              <a:ea typeface="Arial"/>
              <a:cs typeface="Arial"/>
              <a:sym typeface="Arial"/>
            </a:endParaRPr>
          </a:p>
        </p:txBody>
      </p:sp>
      <p:sp>
        <p:nvSpPr>
          <p:cNvPr id="419" name="Google Shape;419;p14"/>
          <p:cNvSpPr/>
          <p:nvPr/>
        </p:nvSpPr>
        <p:spPr>
          <a:xfrm>
            <a:off x="9725739" y="4923711"/>
            <a:ext cx="412432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Escalabilidad horizontal, distribuyendo datos entre múltiples servidores</a:t>
            </a:r>
            <a:endParaRPr b="0" i="0" sz="1300" u="none" cap="none" strike="noStrike">
              <a:solidFill>
                <a:schemeClr val="dk1"/>
              </a:solidFill>
              <a:latin typeface="Arial"/>
              <a:ea typeface="Arial"/>
              <a:cs typeface="Arial"/>
              <a:sym typeface="Arial"/>
            </a:endParaRPr>
          </a:p>
        </p:txBody>
      </p:sp>
      <p:sp>
        <p:nvSpPr>
          <p:cNvPr id="420" name="Google Shape;420;p14"/>
          <p:cNvSpPr/>
          <p:nvPr/>
        </p:nvSpPr>
        <p:spPr>
          <a:xfrm>
            <a:off x="607576" y="5582722"/>
            <a:ext cx="13413819" cy="769382"/>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21" name="Google Shape;421;p14"/>
          <p:cNvSpPr/>
          <p:nvPr/>
        </p:nvSpPr>
        <p:spPr>
          <a:xfrm>
            <a:off x="780336" y="5693093"/>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Consistencia de Datos</a:t>
            </a:r>
            <a:endParaRPr b="0" i="0" sz="1300" u="none" cap="none" strike="noStrike">
              <a:solidFill>
                <a:schemeClr val="dk1"/>
              </a:solidFill>
              <a:latin typeface="Arial"/>
              <a:ea typeface="Arial"/>
              <a:cs typeface="Arial"/>
              <a:sym typeface="Arial"/>
            </a:endParaRPr>
          </a:p>
        </p:txBody>
      </p:sp>
      <p:sp>
        <p:nvSpPr>
          <p:cNvPr id="422" name="Google Shape;422;p14"/>
          <p:cNvSpPr/>
          <p:nvPr/>
        </p:nvSpPr>
        <p:spPr>
          <a:xfrm>
            <a:off x="5254943" y="5693093"/>
            <a:ext cx="412051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ACID: Atomicidad, Consistencia, Aislamiento, Durabilidad</a:t>
            </a:r>
            <a:endParaRPr b="0" i="0" sz="1300" u="none" cap="none" strike="noStrike">
              <a:solidFill>
                <a:schemeClr val="dk1"/>
              </a:solidFill>
              <a:latin typeface="Arial"/>
              <a:ea typeface="Arial"/>
              <a:cs typeface="Arial"/>
              <a:sym typeface="Arial"/>
            </a:endParaRPr>
          </a:p>
        </p:txBody>
      </p:sp>
      <p:sp>
        <p:nvSpPr>
          <p:cNvPr id="423" name="Google Shape;423;p14"/>
          <p:cNvSpPr/>
          <p:nvPr/>
        </p:nvSpPr>
        <p:spPr>
          <a:xfrm>
            <a:off x="9725739" y="5693093"/>
            <a:ext cx="412432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BASE: Disponibilidad, Tolerancia a Particiones, Eventual Consistencia</a:t>
            </a:r>
            <a:endParaRPr b="0" i="0" sz="1300" u="none" cap="none" strike="noStrike">
              <a:solidFill>
                <a:schemeClr val="dk1"/>
              </a:solidFill>
              <a:latin typeface="Arial"/>
              <a:ea typeface="Arial"/>
              <a:cs typeface="Arial"/>
              <a:sym typeface="Arial"/>
            </a:endParaRPr>
          </a:p>
        </p:txBody>
      </p:sp>
      <p:sp>
        <p:nvSpPr>
          <p:cNvPr id="424" name="Google Shape;424;p14"/>
          <p:cNvSpPr/>
          <p:nvPr/>
        </p:nvSpPr>
        <p:spPr>
          <a:xfrm>
            <a:off x="607576" y="6352103"/>
            <a:ext cx="13413819" cy="495062"/>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25" name="Google Shape;425;p14"/>
          <p:cNvSpPr/>
          <p:nvPr/>
        </p:nvSpPr>
        <p:spPr>
          <a:xfrm>
            <a:off x="780336" y="6462474"/>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Latencia</a:t>
            </a:r>
            <a:endParaRPr b="0" i="0" sz="1300" u="none" cap="none" strike="noStrike">
              <a:solidFill>
                <a:schemeClr val="dk1"/>
              </a:solidFill>
              <a:latin typeface="Arial"/>
              <a:ea typeface="Arial"/>
              <a:cs typeface="Arial"/>
              <a:sym typeface="Arial"/>
            </a:endParaRPr>
          </a:p>
        </p:txBody>
      </p:sp>
      <p:sp>
        <p:nvSpPr>
          <p:cNvPr id="426" name="Google Shape;426;p14"/>
          <p:cNvSpPr/>
          <p:nvPr/>
        </p:nvSpPr>
        <p:spPr>
          <a:xfrm>
            <a:off x="5254943" y="6462474"/>
            <a:ext cx="412051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Mayor latencia en operaciones de lectura y escritura</a:t>
            </a:r>
            <a:endParaRPr b="0" i="0" sz="1300" u="none" cap="none" strike="noStrike">
              <a:solidFill>
                <a:schemeClr val="dk1"/>
              </a:solidFill>
              <a:latin typeface="Arial"/>
              <a:ea typeface="Arial"/>
              <a:cs typeface="Arial"/>
              <a:sym typeface="Arial"/>
            </a:endParaRPr>
          </a:p>
        </p:txBody>
      </p:sp>
      <p:sp>
        <p:nvSpPr>
          <p:cNvPr id="427" name="Google Shape;427;p14"/>
          <p:cNvSpPr/>
          <p:nvPr/>
        </p:nvSpPr>
        <p:spPr>
          <a:xfrm>
            <a:off x="9725739" y="6462474"/>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Menor latencia en operaciones de lectura y escritura</a:t>
            </a:r>
            <a:endParaRPr b="0" i="0" sz="1300" u="none" cap="none" strike="noStrike">
              <a:solidFill>
                <a:schemeClr val="dk1"/>
              </a:solidFill>
              <a:latin typeface="Arial"/>
              <a:ea typeface="Arial"/>
              <a:cs typeface="Arial"/>
              <a:sym typeface="Arial"/>
            </a:endParaRPr>
          </a:p>
        </p:txBody>
      </p:sp>
      <p:sp>
        <p:nvSpPr>
          <p:cNvPr id="428" name="Google Shape;428;p14"/>
          <p:cNvSpPr/>
          <p:nvPr/>
        </p:nvSpPr>
        <p:spPr>
          <a:xfrm>
            <a:off x="607576" y="6847165"/>
            <a:ext cx="13413819" cy="769382"/>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29" name="Google Shape;429;p14"/>
          <p:cNvSpPr/>
          <p:nvPr/>
        </p:nvSpPr>
        <p:spPr>
          <a:xfrm>
            <a:off x="780336" y="6957536"/>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Consultas Complejas</a:t>
            </a:r>
            <a:endParaRPr b="0" i="0" sz="1300" u="none" cap="none" strike="noStrike">
              <a:solidFill>
                <a:schemeClr val="dk1"/>
              </a:solidFill>
              <a:latin typeface="Arial"/>
              <a:ea typeface="Arial"/>
              <a:cs typeface="Arial"/>
              <a:sym typeface="Arial"/>
            </a:endParaRPr>
          </a:p>
        </p:txBody>
      </p:sp>
      <p:sp>
        <p:nvSpPr>
          <p:cNvPr id="430" name="Google Shape;430;p14"/>
          <p:cNvSpPr/>
          <p:nvPr/>
        </p:nvSpPr>
        <p:spPr>
          <a:xfrm>
            <a:off x="5254943" y="6957536"/>
            <a:ext cx="412051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Mejor soporte para consultas complejas con JOINs</a:t>
            </a:r>
            <a:endParaRPr b="0" i="0" sz="1300" u="none" cap="none" strike="noStrike">
              <a:solidFill>
                <a:schemeClr val="dk1"/>
              </a:solidFill>
              <a:latin typeface="Arial"/>
              <a:ea typeface="Arial"/>
              <a:cs typeface="Arial"/>
              <a:sym typeface="Arial"/>
            </a:endParaRPr>
          </a:p>
        </p:txBody>
      </p:sp>
      <p:sp>
        <p:nvSpPr>
          <p:cNvPr id="431" name="Google Shape;431;p14"/>
          <p:cNvSpPr/>
          <p:nvPr/>
        </p:nvSpPr>
        <p:spPr>
          <a:xfrm>
            <a:off x="9725739" y="6957536"/>
            <a:ext cx="412432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chemeClr val="dk1"/>
                </a:solidFill>
                <a:latin typeface="Fira Sans"/>
                <a:ea typeface="Fira Sans"/>
                <a:cs typeface="Fira Sans"/>
                <a:sym typeface="Fira Sans"/>
              </a:rPr>
              <a:t>Mejor soporte para consultas y procesamiento de datos no estructurados</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5"/>
          <p:cNvSpPr/>
          <p:nvPr/>
        </p:nvSpPr>
        <p:spPr>
          <a:xfrm>
            <a:off x="793790" y="1045845"/>
            <a:ext cx="1292709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chemeClr val="dk1"/>
                </a:solidFill>
                <a:latin typeface="Fira Mono Medium"/>
                <a:ea typeface="Fira Mono Medium"/>
                <a:cs typeface="Fira Mono Medium"/>
                <a:sym typeface="Fira Mono Medium"/>
              </a:rPr>
              <a:t>Conclusiones y Consideraciones Finales</a:t>
            </a:r>
            <a:endParaRPr b="0" i="0" sz="4450" u="none" cap="none" strike="noStrike">
              <a:solidFill>
                <a:schemeClr val="dk1"/>
              </a:solidFill>
              <a:latin typeface="Arial"/>
              <a:ea typeface="Arial"/>
              <a:cs typeface="Arial"/>
              <a:sym typeface="Arial"/>
            </a:endParaRPr>
          </a:p>
        </p:txBody>
      </p:sp>
      <p:sp>
        <p:nvSpPr>
          <p:cNvPr id="438" name="Google Shape;438;p15"/>
          <p:cNvSpPr/>
          <p:nvPr/>
        </p:nvSpPr>
        <p:spPr>
          <a:xfrm>
            <a:off x="793790" y="2463403"/>
            <a:ext cx="510302" cy="510302"/>
          </a:xfrm>
          <a:prstGeom prst="roundRect">
            <a:avLst>
              <a:gd fmla="val 6667"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39" name="Google Shape;439;p15"/>
          <p:cNvSpPr/>
          <p:nvPr/>
        </p:nvSpPr>
        <p:spPr>
          <a:xfrm>
            <a:off x="946785" y="2548414"/>
            <a:ext cx="204192"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Fira Mono Medium"/>
              <a:buNone/>
            </a:pPr>
            <a:r>
              <a:rPr b="0" i="0" lang="en-US" sz="2650" u="none" cap="none" strike="noStrike">
                <a:solidFill>
                  <a:schemeClr val="dk1"/>
                </a:solidFill>
                <a:latin typeface="Fira Mono Medium"/>
                <a:ea typeface="Fira Mono Medium"/>
                <a:cs typeface="Fira Mono Medium"/>
                <a:sym typeface="Fira Mono Medium"/>
              </a:rPr>
              <a:t>1</a:t>
            </a:r>
            <a:endParaRPr b="0" i="0" sz="2650" u="none" cap="none" strike="noStrike">
              <a:solidFill>
                <a:schemeClr val="dk1"/>
              </a:solidFill>
              <a:latin typeface="Arial"/>
              <a:ea typeface="Arial"/>
              <a:cs typeface="Arial"/>
              <a:sym typeface="Arial"/>
            </a:endParaRPr>
          </a:p>
        </p:txBody>
      </p:sp>
      <p:sp>
        <p:nvSpPr>
          <p:cNvPr id="440" name="Google Shape;440;p15"/>
          <p:cNvSpPr/>
          <p:nvPr/>
        </p:nvSpPr>
        <p:spPr>
          <a:xfrm>
            <a:off x="1530906" y="2463403"/>
            <a:ext cx="5670947"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Complementariedad entre SQL y NoSQL</a:t>
            </a:r>
            <a:endParaRPr b="0" i="0" sz="2200" u="none" cap="none" strike="noStrike">
              <a:solidFill>
                <a:schemeClr val="dk1"/>
              </a:solidFill>
              <a:latin typeface="Arial"/>
              <a:ea typeface="Arial"/>
              <a:cs typeface="Arial"/>
              <a:sym typeface="Arial"/>
            </a:endParaRPr>
          </a:p>
        </p:txBody>
      </p:sp>
      <p:sp>
        <p:nvSpPr>
          <p:cNvPr id="441" name="Google Shape;441;p15"/>
          <p:cNvSpPr/>
          <p:nvPr/>
        </p:nvSpPr>
        <p:spPr>
          <a:xfrm>
            <a:off x="1530906" y="3308152"/>
            <a:ext cx="5670947"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Las bases de datos SQL y NoSQL no son mutuamente excluyentes, sino que se complementan. Cada una tiene fortalezas y debilidades que deben considerarse según los requisitos específicos de cada proyecto.</a:t>
            </a:r>
            <a:endParaRPr b="0" i="0" sz="1750" u="none" cap="none" strike="noStrike">
              <a:solidFill>
                <a:schemeClr val="dk1"/>
              </a:solidFill>
              <a:latin typeface="Arial"/>
              <a:ea typeface="Arial"/>
              <a:cs typeface="Arial"/>
              <a:sym typeface="Arial"/>
            </a:endParaRPr>
          </a:p>
        </p:txBody>
      </p:sp>
      <p:sp>
        <p:nvSpPr>
          <p:cNvPr id="442" name="Google Shape;442;p15"/>
          <p:cNvSpPr/>
          <p:nvPr/>
        </p:nvSpPr>
        <p:spPr>
          <a:xfrm>
            <a:off x="7428667" y="2463403"/>
            <a:ext cx="510302" cy="510302"/>
          </a:xfrm>
          <a:prstGeom prst="roundRect">
            <a:avLst>
              <a:gd fmla="val 6667"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43" name="Google Shape;443;p15"/>
          <p:cNvSpPr/>
          <p:nvPr/>
        </p:nvSpPr>
        <p:spPr>
          <a:xfrm>
            <a:off x="7581662" y="2548414"/>
            <a:ext cx="204192"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Fira Mono Medium"/>
              <a:buNone/>
            </a:pPr>
            <a:r>
              <a:rPr b="0" i="0" lang="en-US" sz="2650" u="none" cap="none" strike="noStrike">
                <a:solidFill>
                  <a:schemeClr val="dk1"/>
                </a:solidFill>
                <a:latin typeface="Fira Mono Medium"/>
                <a:ea typeface="Fira Mono Medium"/>
                <a:cs typeface="Fira Mono Medium"/>
                <a:sym typeface="Fira Mono Medium"/>
              </a:rPr>
              <a:t>2</a:t>
            </a:r>
            <a:endParaRPr b="0" i="0" sz="2650" u="none" cap="none" strike="noStrike">
              <a:solidFill>
                <a:schemeClr val="dk1"/>
              </a:solidFill>
              <a:latin typeface="Arial"/>
              <a:ea typeface="Arial"/>
              <a:cs typeface="Arial"/>
              <a:sym typeface="Arial"/>
            </a:endParaRPr>
          </a:p>
        </p:txBody>
      </p:sp>
      <p:sp>
        <p:nvSpPr>
          <p:cNvPr id="444" name="Google Shape;444;p15"/>
          <p:cNvSpPr/>
          <p:nvPr/>
        </p:nvSpPr>
        <p:spPr>
          <a:xfrm>
            <a:off x="8165783" y="2463403"/>
            <a:ext cx="49307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Selección del modelo adecuado</a:t>
            </a:r>
            <a:endParaRPr b="0" i="0" sz="2200" u="none" cap="none" strike="noStrike">
              <a:solidFill>
                <a:schemeClr val="dk1"/>
              </a:solidFill>
              <a:latin typeface="Arial"/>
              <a:ea typeface="Arial"/>
              <a:cs typeface="Arial"/>
              <a:sym typeface="Arial"/>
            </a:endParaRPr>
          </a:p>
        </p:txBody>
      </p:sp>
      <p:sp>
        <p:nvSpPr>
          <p:cNvPr id="445" name="Google Shape;445;p15"/>
          <p:cNvSpPr/>
          <p:nvPr/>
        </p:nvSpPr>
        <p:spPr>
          <a:xfrm>
            <a:off x="8165783" y="2953822"/>
            <a:ext cx="5670947"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La elección entre SQL o NoSQL dependerá de factores como el tipo de datos, las necesidades de escalabilidad, consistencia y disponibilidad, así como los casos de uso particulares.</a:t>
            </a:r>
            <a:endParaRPr b="0" i="0" sz="1750" u="none" cap="none" strike="noStrike">
              <a:solidFill>
                <a:schemeClr val="dk1"/>
              </a:solidFill>
              <a:latin typeface="Arial"/>
              <a:ea typeface="Arial"/>
              <a:cs typeface="Arial"/>
              <a:sym typeface="Arial"/>
            </a:endParaRPr>
          </a:p>
        </p:txBody>
      </p:sp>
      <p:sp>
        <p:nvSpPr>
          <p:cNvPr id="446" name="Google Shape;446;p15"/>
          <p:cNvSpPr/>
          <p:nvPr/>
        </p:nvSpPr>
        <p:spPr>
          <a:xfrm>
            <a:off x="793790" y="5241727"/>
            <a:ext cx="510302" cy="510302"/>
          </a:xfrm>
          <a:prstGeom prst="roundRect">
            <a:avLst>
              <a:gd fmla="val 6667"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47" name="Google Shape;447;p15"/>
          <p:cNvSpPr/>
          <p:nvPr/>
        </p:nvSpPr>
        <p:spPr>
          <a:xfrm>
            <a:off x="946785" y="5326737"/>
            <a:ext cx="204192"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Fira Mono Medium"/>
              <a:buNone/>
            </a:pPr>
            <a:r>
              <a:rPr b="0" i="0" lang="en-US" sz="2650" u="none" cap="none" strike="noStrike">
                <a:solidFill>
                  <a:schemeClr val="dk1"/>
                </a:solidFill>
                <a:latin typeface="Fira Mono Medium"/>
                <a:ea typeface="Fira Mono Medium"/>
                <a:cs typeface="Fira Mono Medium"/>
                <a:sym typeface="Fira Mono Medium"/>
              </a:rPr>
              <a:t>3</a:t>
            </a:r>
            <a:endParaRPr b="0" i="0" sz="2650" u="none" cap="none" strike="noStrike">
              <a:solidFill>
                <a:schemeClr val="dk1"/>
              </a:solidFill>
              <a:latin typeface="Arial"/>
              <a:ea typeface="Arial"/>
              <a:cs typeface="Arial"/>
              <a:sym typeface="Arial"/>
            </a:endParaRPr>
          </a:p>
        </p:txBody>
      </p:sp>
      <p:sp>
        <p:nvSpPr>
          <p:cNvPr id="448" name="Google Shape;448;p15"/>
          <p:cNvSpPr/>
          <p:nvPr/>
        </p:nvSpPr>
        <p:spPr>
          <a:xfrm>
            <a:off x="1530906" y="5241727"/>
            <a:ext cx="544079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Continuo aprendizaje y evolución</a:t>
            </a:r>
            <a:endParaRPr b="0" i="0" sz="2200" u="none" cap="none" strike="noStrike">
              <a:solidFill>
                <a:schemeClr val="dk1"/>
              </a:solidFill>
              <a:latin typeface="Arial"/>
              <a:ea typeface="Arial"/>
              <a:cs typeface="Arial"/>
              <a:sym typeface="Arial"/>
            </a:endParaRPr>
          </a:p>
        </p:txBody>
      </p:sp>
      <p:sp>
        <p:nvSpPr>
          <p:cNvPr id="449" name="Google Shape;449;p15"/>
          <p:cNvSpPr/>
          <p:nvPr/>
        </p:nvSpPr>
        <p:spPr>
          <a:xfrm>
            <a:off x="1530906" y="5732145"/>
            <a:ext cx="5670947"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El campo de las bases de datos NoSQL está en constante evolución, por lo que es importante mantenerse actualizado y explorar nuevas herramientas y tecnologías.</a:t>
            </a:r>
            <a:endParaRPr b="0" i="0" sz="1750" u="none" cap="none" strike="noStrike">
              <a:solidFill>
                <a:schemeClr val="dk1"/>
              </a:solidFill>
              <a:latin typeface="Arial"/>
              <a:ea typeface="Arial"/>
              <a:cs typeface="Arial"/>
              <a:sym typeface="Arial"/>
            </a:endParaRPr>
          </a:p>
        </p:txBody>
      </p:sp>
      <p:sp>
        <p:nvSpPr>
          <p:cNvPr id="450" name="Google Shape;450;p15"/>
          <p:cNvSpPr/>
          <p:nvPr/>
        </p:nvSpPr>
        <p:spPr>
          <a:xfrm>
            <a:off x="7428667" y="5241727"/>
            <a:ext cx="510302" cy="510302"/>
          </a:xfrm>
          <a:prstGeom prst="roundRect">
            <a:avLst>
              <a:gd fmla="val 6667" name="adj"/>
            </a:avLst>
          </a:prstGeom>
          <a:solidFill>
            <a:srgbClr val="2E2E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1" name="Google Shape;451;p15"/>
          <p:cNvSpPr/>
          <p:nvPr/>
        </p:nvSpPr>
        <p:spPr>
          <a:xfrm>
            <a:off x="7581662" y="5326737"/>
            <a:ext cx="204192"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Fira Mono Medium"/>
              <a:buNone/>
            </a:pPr>
            <a:r>
              <a:rPr b="0" i="0" lang="en-US" sz="2650" u="none" cap="none" strike="noStrike">
                <a:solidFill>
                  <a:schemeClr val="dk1"/>
                </a:solidFill>
                <a:latin typeface="Fira Mono Medium"/>
                <a:ea typeface="Fira Mono Medium"/>
                <a:cs typeface="Fira Mono Medium"/>
                <a:sym typeface="Fira Mono Medium"/>
              </a:rPr>
              <a:t>4</a:t>
            </a:r>
            <a:endParaRPr b="0" i="0" sz="2650" u="none" cap="none" strike="noStrike">
              <a:solidFill>
                <a:schemeClr val="dk1"/>
              </a:solidFill>
              <a:latin typeface="Arial"/>
              <a:ea typeface="Arial"/>
              <a:cs typeface="Arial"/>
              <a:sym typeface="Arial"/>
            </a:endParaRPr>
          </a:p>
        </p:txBody>
      </p:sp>
      <p:sp>
        <p:nvSpPr>
          <p:cNvPr id="452" name="Google Shape;452;p15"/>
          <p:cNvSpPr/>
          <p:nvPr/>
        </p:nvSpPr>
        <p:spPr>
          <a:xfrm>
            <a:off x="8165783" y="5241727"/>
            <a:ext cx="408062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chemeClr val="dk1"/>
                </a:solidFill>
                <a:latin typeface="Fira Mono Medium"/>
                <a:ea typeface="Fira Mono Medium"/>
                <a:cs typeface="Fira Mono Medium"/>
                <a:sym typeface="Fira Mono Medium"/>
              </a:rPr>
              <a:t>Integración y ecosistema</a:t>
            </a:r>
            <a:endParaRPr b="0" i="0" sz="2200" u="none" cap="none" strike="noStrike">
              <a:solidFill>
                <a:schemeClr val="dk1"/>
              </a:solidFill>
              <a:latin typeface="Arial"/>
              <a:ea typeface="Arial"/>
              <a:cs typeface="Arial"/>
              <a:sym typeface="Arial"/>
            </a:endParaRPr>
          </a:p>
        </p:txBody>
      </p:sp>
      <p:sp>
        <p:nvSpPr>
          <p:cNvPr id="453" name="Google Shape;453;p15"/>
          <p:cNvSpPr/>
          <p:nvPr/>
        </p:nvSpPr>
        <p:spPr>
          <a:xfrm>
            <a:off x="8165783" y="5732145"/>
            <a:ext cx="5670947"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chemeClr val="dk1"/>
                </a:solidFill>
                <a:latin typeface="Fira Sans"/>
                <a:ea typeface="Fira Sans"/>
                <a:cs typeface="Fira Sans"/>
                <a:sym typeface="Fira Sans"/>
              </a:rPr>
              <a:t>Las soluciones NoSQL a menudo se integran con otros sistemas y forman parte de un ecosistema más amplio de procesamiento de datos.</a:t>
            </a:r>
            <a:endParaRPr b="0" i="0" sz="17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2024-11-05T14:29:35Z</dcterms:created>
  <dc:creator>PptxGenJS</dc:creator>
</cp:coreProperties>
</file>