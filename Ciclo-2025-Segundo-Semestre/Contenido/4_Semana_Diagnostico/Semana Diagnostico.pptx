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60" r:id="rId5"/>
    <p:sldId id="261" r:id="rId6"/>
    <p:sldId id="269" r:id="rId7"/>
    <p:sldId id="270" r:id="rId8"/>
    <p:sldId id="271" r:id="rId9"/>
    <p:sldId id="266" r:id="rId10"/>
    <p:sldId id="267" r:id="rId11"/>
    <p:sldId id="268" r:id="rId12"/>
  </p:sldIdLst>
  <p:sldSz cx="18288000" cy="10287000"/>
  <p:notesSz cx="6858000" cy="9144000"/>
  <p:embeddedFontLst>
    <p:embeddedFont>
      <p:font typeface="Impact" panose="020B0806030902050204" pitchFamily="34" charset="0"/>
      <p:regular r:id="rId14"/>
    </p:embeddedFont>
    <p:embeddedFont>
      <p:font typeface="Lobster" panose="00000500000000000000" pitchFamily="2" charset="0"/>
      <p:regular r:id="rId15"/>
    </p:embeddedFont>
    <p:embeddedFont>
      <p:font typeface="Open Sans" panose="020B0606030504020204" pitchFamily="34" charset="0"/>
      <p:regular r:id="rId16"/>
      <p:bold r:id="rId17"/>
      <p:italic r:id="rId18"/>
      <p:boldItalic r:id="rId19"/>
    </p:embeddedFont>
    <p:embeddedFont>
      <p:font typeface="Pacifico" panose="00000500000000000000" pitchFamily="2" charset="0"/>
      <p:regular r:id="rId2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26" roundtripDataSignature="AMtx7mjzHJqWqhzwEBDXzytYeL345583I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09EDEDC3-3F6D-4B2A-895B-24B3350B9E84}">
  <a:tblStyle styleId="{09EDEDC3-3F6D-4B2A-895B-24B3350B9E84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52" d="100"/>
          <a:sy n="52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font" Target="fonts/font5.fntdata"/><Relationship Id="rId26" Type="http://customschemas.google.com/relationships/presentationmetadata" Target="metadata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font" Target="fonts/font7.fntdata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64afea4f63_0_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86" name="Google Shape;86;g364afea4f63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93" name="Google Shape;93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5" name="Google Shape;105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52" name="Google Shape;152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60" name="Google Shape;160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8">
          <a:extLst>
            <a:ext uri="{FF2B5EF4-FFF2-40B4-BE49-F238E27FC236}">
              <a16:creationId xmlns:a16="http://schemas.microsoft.com/office/drawing/2014/main" id="{4FE10886-9080-C67F-1FC6-8FF13674E7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6:notes">
            <a:extLst>
              <a:ext uri="{FF2B5EF4-FFF2-40B4-BE49-F238E27FC236}">
                <a16:creationId xmlns:a16="http://schemas.microsoft.com/office/drawing/2014/main" id="{8CF228B1-7239-FA63-69AF-CD7CF1B14D6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60" name="Google Shape;160;p6:notes">
            <a:extLst>
              <a:ext uri="{FF2B5EF4-FFF2-40B4-BE49-F238E27FC236}">
                <a16:creationId xmlns:a16="http://schemas.microsoft.com/office/drawing/2014/main" id="{4A91B2F3-3B5E-0025-17ED-DE9911FE5EE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74552652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8">
          <a:extLst>
            <a:ext uri="{FF2B5EF4-FFF2-40B4-BE49-F238E27FC236}">
              <a16:creationId xmlns:a16="http://schemas.microsoft.com/office/drawing/2014/main" id="{E78FE41A-B2EE-7020-2435-111F3A2324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6:notes">
            <a:extLst>
              <a:ext uri="{FF2B5EF4-FFF2-40B4-BE49-F238E27FC236}">
                <a16:creationId xmlns:a16="http://schemas.microsoft.com/office/drawing/2014/main" id="{69E59304-D523-664C-46A8-A2A8F66BD77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60" name="Google Shape;160;p6:notes">
            <a:extLst>
              <a:ext uri="{FF2B5EF4-FFF2-40B4-BE49-F238E27FC236}">
                <a16:creationId xmlns:a16="http://schemas.microsoft.com/office/drawing/2014/main" id="{6A7DF6C7-3084-CDC3-05F6-5B7B159121C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95918367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8">
          <a:extLst>
            <a:ext uri="{FF2B5EF4-FFF2-40B4-BE49-F238E27FC236}">
              <a16:creationId xmlns:a16="http://schemas.microsoft.com/office/drawing/2014/main" id="{3118F0B7-B049-0AD7-D055-27AF5E95EF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6:notes">
            <a:extLst>
              <a:ext uri="{FF2B5EF4-FFF2-40B4-BE49-F238E27FC236}">
                <a16:creationId xmlns:a16="http://schemas.microsoft.com/office/drawing/2014/main" id="{6276848E-5B7A-DA8F-13AA-846653A7237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60" name="Google Shape;160;p6:notes">
            <a:extLst>
              <a:ext uri="{FF2B5EF4-FFF2-40B4-BE49-F238E27FC236}">
                <a16:creationId xmlns:a16="http://schemas.microsoft.com/office/drawing/2014/main" id="{793ECBD6-84FD-89C1-2DC9-2F6CF02B072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58374865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g385e2d797db_0_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3" name="Google Shape;203;g385e2d797db_0_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g364afea4f63_0_1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14" name="Google Shape;214;g364afea4f63_0_14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20" name="Google Shape;220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2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12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3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13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1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1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1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4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14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1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1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1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5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15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15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1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1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1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16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16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16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16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1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1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1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1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8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8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18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1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1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9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9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9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0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20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2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2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2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1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21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2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2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2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85e2d797db_0_67"/>
          <p:cNvSpPr txBox="1">
            <a:spLocks noGrp="1"/>
          </p:cNvSpPr>
          <p:nvPr>
            <p:ph type="title"/>
          </p:nvPr>
        </p:nvSpPr>
        <p:spPr>
          <a:xfrm>
            <a:off x="623400" y="890050"/>
            <a:ext cx="17041200" cy="114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g385e2d797db_0_67"/>
          <p:cNvSpPr txBox="1">
            <a:spLocks noGrp="1"/>
          </p:cNvSpPr>
          <p:nvPr>
            <p:ph type="body" idx="1"/>
          </p:nvPr>
        </p:nvSpPr>
        <p:spPr>
          <a:xfrm>
            <a:off x="623400" y="2304950"/>
            <a:ext cx="17041200" cy="683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t" anchorCtr="0">
            <a:normAutofit/>
          </a:bodyPr>
          <a:lstStyle>
            <a:lvl1pPr marL="457200" lvl="0" indent="-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Char char="●"/>
              <a:defRPr/>
            </a:lvl1pPr>
            <a:lvl2pPr marL="914400" lvl="1" indent="-406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  <a:defRPr/>
            </a:lvl2pPr>
            <a:lvl3pPr marL="1371600" lvl="2" indent="-406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■"/>
              <a:defRPr/>
            </a:lvl3pPr>
            <a:lvl4pPr marL="1828800" lvl="3" indent="-406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  <a:defRPr/>
            </a:lvl4pPr>
            <a:lvl5pPr marL="2286000" lvl="4" indent="-406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  <a:defRPr/>
            </a:lvl5pPr>
            <a:lvl6pPr marL="2743200" lvl="5" indent="-406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■"/>
              <a:defRPr/>
            </a:lvl6pPr>
            <a:lvl7pPr marL="3200400" lvl="6" indent="-406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  <a:defRPr/>
            </a:lvl7pPr>
            <a:lvl8pPr marL="3657600" lvl="7" indent="-406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  <a:defRPr/>
            </a:lvl8pPr>
            <a:lvl9pPr marL="4114800" lvl="8" indent="-406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■"/>
              <a:defRPr/>
            </a:lvl9pPr>
          </a:lstStyle>
          <a:p>
            <a:endParaRPr/>
          </a:p>
        </p:txBody>
      </p:sp>
      <p:sp>
        <p:nvSpPr>
          <p:cNvPr id="83" name="Google Shape;83;g385e2d797db_0_67"/>
          <p:cNvSpPr txBox="1">
            <a:spLocks noGrp="1"/>
          </p:cNvSpPr>
          <p:nvPr>
            <p:ph type="sldNum" idx="12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0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10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mailto:3031142310108@ingenieria.usac.edu.gt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" name="Google Shape;88;g364afea4f63_0_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8288000" cy="10287003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g364afea4f63_0_0"/>
          <p:cNvSpPr/>
          <p:nvPr/>
        </p:nvSpPr>
        <p:spPr>
          <a:xfrm>
            <a:off x="3598050" y="5988675"/>
            <a:ext cx="7365000" cy="7245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lang="en-US" sz="2600" dirty="0">
                <a:latin typeface="Calibri"/>
                <a:ea typeface="Calibri"/>
                <a:cs typeface="Calibri"/>
                <a:sym typeface="Calibri"/>
              </a:rPr>
              <a:t>J</a:t>
            </a:r>
            <a:r>
              <a:rPr lang="en-US" sz="2600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oshua Alexander Vasquez del Aguila</a:t>
            </a:r>
            <a:endParaRPr sz="2600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g364afea4f63_0_0"/>
          <p:cNvSpPr/>
          <p:nvPr/>
        </p:nvSpPr>
        <p:spPr>
          <a:xfrm>
            <a:off x="3090925" y="4781250"/>
            <a:ext cx="10142100" cy="7245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</a:pPr>
            <a:r>
              <a:rPr lang="en-US" sz="3200" b="0" i="0" u="none" strike="noStrike" baseline="0" dirty="0">
                <a:latin typeface="ArialMTPro-Regular"/>
              </a:rPr>
              <a:t>Sistemas de Bases de Datos 2</a:t>
            </a:r>
            <a:endParaRPr sz="3100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Google Shape;90;g364afea4f63_0_0">
            <a:extLst>
              <a:ext uri="{FF2B5EF4-FFF2-40B4-BE49-F238E27FC236}">
                <a16:creationId xmlns:a16="http://schemas.microsoft.com/office/drawing/2014/main" id="{CB17EA9D-C3B9-55EE-2908-1D7C72C808AA}"/>
              </a:ext>
            </a:extLst>
          </p:cNvPr>
          <p:cNvSpPr/>
          <p:nvPr/>
        </p:nvSpPr>
        <p:spPr>
          <a:xfrm>
            <a:off x="13847416" y="1983971"/>
            <a:ext cx="3614675" cy="7245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</a:pPr>
            <a:r>
              <a:rPr lang="es-GT" sz="3100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Miércoles, /01/2026</a:t>
            </a:r>
            <a:endParaRPr sz="3100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"/>
          <p:cNvSpPr txBox="1"/>
          <p:nvPr/>
        </p:nvSpPr>
        <p:spPr>
          <a:xfrm>
            <a:off x="890249" y="7555025"/>
            <a:ext cx="9418874" cy="10772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</a:pPr>
            <a:r>
              <a:rPr lang="es-GT" sz="5000" b="1" i="0" u="none" strike="noStrike" cap="none" noProof="0" dirty="0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Sistemas de Bases de Datos 2</a:t>
            </a:r>
          </a:p>
        </p:txBody>
      </p:sp>
      <p:sp>
        <p:nvSpPr>
          <p:cNvPr id="97" name="Google Shape;97;p1"/>
          <p:cNvSpPr txBox="1"/>
          <p:nvPr/>
        </p:nvSpPr>
        <p:spPr>
          <a:xfrm>
            <a:off x="2797732" y="3319978"/>
            <a:ext cx="12375000" cy="19820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200"/>
              <a:buFont typeface="Arial"/>
              <a:buNone/>
            </a:pPr>
            <a:r>
              <a:rPr lang="es-GT" sz="9200" b="1" i="0" u="none" strike="noStrike" cap="none" noProof="0" dirty="0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Semana Diagnostico</a:t>
            </a:r>
            <a:endParaRPr lang="es-GT" sz="1400" b="0" i="0" u="none" strike="noStrike" cap="none" noProof="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" name="Google Shape;98;p1"/>
          <p:cNvSpPr txBox="1"/>
          <p:nvPr/>
        </p:nvSpPr>
        <p:spPr>
          <a:xfrm>
            <a:off x="1063303" y="8745251"/>
            <a:ext cx="6981379" cy="422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99"/>
              <a:buFont typeface="Arial"/>
              <a:buNone/>
            </a:pPr>
            <a:r>
              <a:rPr lang="es-GT" sz="2499" b="1" i="0" u="none" strike="noStrike" cap="none" noProof="0" dirty="0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Escuela de </a:t>
            </a:r>
            <a:r>
              <a:rPr lang="es-GT" sz="2499" b="1" i="0" u="none" strike="noStrike" cap="none" noProof="0" dirty="0" err="1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Ingenieria</a:t>
            </a:r>
            <a:r>
              <a:rPr lang="es-GT" sz="2499" b="1" i="0" u="none" strike="noStrike" cap="none" noProof="0" dirty="0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 de Ciencias Y Sistemas</a:t>
            </a:r>
          </a:p>
        </p:txBody>
      </p:sp>
      <p:sp>
        <p:nvSpPr>
          <p:cNvPr id="99" name="Google Shape;99;p1"/>
          <p:cNvSpPr txBox="1"/>
          <p:nvPr/>
        </p:nvSpPr>
        <p:spPr>
          <a:xfrm>
            <a:off x="1028700" y="9210675"/>
            <a:ext cx="6667500" cy="422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99"/>
              <a:buFont typeface="Arial"/>
              <a:buNone/>
            </a:pPr>
            <a:r>
              <a:rPr lang="es-GT" sz="2499" b="1" i="0" u="none" strike="noStrike" cap="none" noProof="0" dirty="0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Facultad de </a:t>
            </a:r>
            <a:r>
              <a:rPr lang="es-GT" sz="2499" b="1" i="0" u="none" strike="noStrike" cap="none" noProof="0" dirty="0" err="1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Ingenieria</a:t>
            </a:r>
            <a:endParaRPr lang="es-GT" sz="2499" b="1" i="0" u="none" strike="noStrike" cap="none" noProof="0" dirty="0">
              <a:solidFill>
                <a:srgbClr val="131416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00" name="Google Shape;100;p1"/>
          <p:cNvSpPr txBox="1"/>
          <p:nvPr/>
        </p:nvSpPr>
        <p:spPr>
          <a:xfrm>
            <a:off x="228600" y="9588254"/>
            <a:ext cx="8115300" cy="4193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99"/>
              <a:buFont typeface="Arial"/>
              <a:buNone/>
            </a:pPr>
            <a:r>
              <a:rPr lang="es-GT" sz="2499" b="1" i="0" u="none" strike="noStrike" cap="none" noProof="0" dirty="0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Universidad de San Carlos de Guatemala</a:t>
            </a:r>
            <a:endParaRPr lang="es-GT" sz="1400" b="0" i="0" u="none" strike="noStrike" cap="none" noProof="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2" name="Google Shape;102;p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044675" y="0"/>
            <a:ext cx="10243325" cy="106701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7" name="Google Shape;107;p2"/>
          <p:cNvGrpSpPr/>
          <p:nvPr/>
        </p:nvGrpSpPr>
        <p:grpSpPr>
          <a:xfrm>
            <a:off x="176619" y="4598917"/>
            <a:ext cx="5462617" cy="845385"/>
            <a:chOff x="0" y="-42807"/>
            <a:chExt cx="2325711" cy="359923"/>
          </a:xfrm>
        </p:grpSpPr>
        <p:sp>
          <p:nvSpPr>
            <p:cNvPr id="108" name="Google Shape;108;p2"/>
            <p:cNvSpPr/>
            <p:nvPr/>
          </p:nvSpPr>
          <p:spPr>
            <a:xfrm>
              <a:off x="0" y="0"/>
              <a:ext cx="1964221" cy="283723"/>
            </a:xfrm>
            <a:custGeom>
              <a:avLst/>
              <a:gdLst/>
              <a:ahLst/>
              <a:cxnLst/>
              <a:rect l="l" t="t" r="r" b="b"/>
              <a:pathLst>
                <a:path w="1964221" h="283723" extrusionOk="0">
                  <a:moveTo>
                    <a:pt x="1761021" y="0"/>
                  </a:moveTo>
                  <a:lnTo>
                    <a:pt x="0" y="0"/>
                  </a:lnTo>
                  <a:lnTo>
                    <a:pt x="0" y="283723"/>
                  </a:lnTo>
                  <a:lnTo>
                    <a:pt x="1761021" y="283723"/>
                  </a:lnTo>
                  <a:lnTo>
                    <a:pt x="1964221" y="141862"/>
                  </a:lnTo>
                  <a:lnTo>
                    <a:pt x="176102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9" name="Google Shape;109;p2"/>
            <p:cNvSpPr txBox="1"/>
            <p:nvPr/>
          </p:nvSpPr>
          <p:spPr>
            <a:xfrm>
              <a:off x="475790" y="-42807"/>
              <a:ext cx="1849921" cy="35992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801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799"/>
                <a:buFont typeface="Arial"/>
                <a:buNone/>
              </a:pPr>
              <a:r>
                <a:rPr lang="en-US" sz="2799" b="0" i="0" u="none" strike="noStrike" cap="none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Presentacion</a:t>
              </a:r>
              <a:r>
                <a:rPr lang="en-US" sz="2799" b="0" i="0" u="none" strike="noStrike" cap="none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 Personal</a:t>
              </a: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10" name="Google Shape;110;p2"/>
          <p:cNvSpPr/>
          <p:nvPr/>
        </p:nvSpPr>
        <p:spPr>
          <a:xfrm>
            <a:off x="878654" y="4740441"/>
            <a:ext cx="453358" cy="550094"/>
          </a:xfrm>
          <a:custGeom>
            <a:avLst/>
            <a:gdLst/>
            <a:ahLst/>
            <a:cxnLst/>
            <a:rect l="l" t="t" r="r" b="b"/>
            <a:pathLst>
              <a:path w="453358" h="550094" extrusionOk="0">
                <a:moveTo>
                  <a:pt x="0" y="0"/>
                </a:moveTo>
                <a:lnTo>
                  <a:pt x="453359" y="0"/>
                </a:lnTo>
                <a:lnTo>
                  <a:pt x="453359" y="550094"/>
                </a:lnTo>
                <a:lnTo>
                  <a:pt x="0" y="55009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n-US"/>
          </a:p>
        </p:txBody>
      </p:sp>
      <p:grpSp>
        <p:nvGrpSpPr>
          <p:cNvPr id="111" name="Google Shape;111;p2"/>
          <p:cNvGrpSpPr/>
          <p:nvPr/>
        </p:nvGrpSpPr>
        <p:grpSpPr>
          <a:xfrm>
            <a:off x="1866989" y="3013983"/>
            <a:ext cx="4115190" cy="1556484"/>
            <a:chOff x="0" y="-76200"/>
            <a:chExt cx="1083836" cy="409938"/>
          </a:xfrm>
        </p:grpSpPr>
        <p:sp>
          <p:nvSpPr>
            <p:cNvPr id="112" name="Google Shape;112;p2"/>
            <p:cNvSpPr/>
            <p:nvPr/>
          </p:nvSpPr>
          <p:spPr>
            <a:xfrm>
              <a:off x="0" y="0"/>
              <a:ext cx="1083836" cy="333738"/>
            </a:xfrm>
            <a:custGeom>
              <a:avLst/>
              <a:gdLst/>
              <a:ahLst/>
              <a:cxnLst/>
              <a:rect l="l" t="t" r="r" b="b"/>
              <a:pathLst>
                <a:path w="1083836" h="333738" extrusionOk="0">
                  <a:moveTo>
                    <a:pt x="880636" y="0"/>
                  </a:moveTo>
                  <a:lnTo>
                    <a:pt x="0" y="0"/>
                  </a:lnTo>
                  <a:lnTo>
                    <a:pt x="0" y="333738"/>
                  </a:lnTo>
                  <a:lnTo>
                    <a:pt x="880636" y="333738"/>
                  </a:lnTo>
                  <a:lnTo>
                    <a:pt x="1083836" y="166869"/>
                  </a:lnTo>
                  <a:lnTo>
                    <a:pt x="88063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3" name="Google Shape;113;p2"/>
            <p:cNvSpPr txBox="1"/>
            <p:nvPr/>
          </p:nvSpPr>
          <p:spPr>
            <a:xfrm>
              <a:off x="0" y="-76200"/>
              <a:ext cx="969536" cy="40993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801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799"/>
                <a:buFont typeface="Arial"/>
                <a:buNone/>
              </a:pPr>
              <a:r>
                <a:rPr lang="en-US" sz="2799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RECORDATORIOS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14" name="Google Shape;114;p2"/>
          <p:cNvSpPr/>
          <p:nvPr/>
        </p:nvSpPr>
        <p:spPr>
          <a:xfrm>
            <a:off x="651754" y="3429735"/>
            <a:ext cx="753892" cy="872928"/>
          </a:xfrm>
          <a:custGeom>
            <a:avLst/>
            <a:gdLst/>
            <a:ahLst/>
            <a:cxnLst/>
            <a:rect l="l" t="t" r="r" b="b"/>
            <a:pathLst>
              <a:path w="753892" h="872928" extrusionOk="0">
                <a:moveTo>
                  <a:pt x="0" y="0"/>
                </a:moveTo>
                <a:lnTo>
                  <a:pt x="753892" y="0"/>
                </a:lnTo>
                <a:lnTo>
                  <a:pt x="753892" y="872927"/>
                </a:lnTo>
                <a:lnTo>
                  <a:pt x="0" y="87292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5" name="Google Shape;115;p2"/>
          <p:cNvSpPr txBox="1"/>
          <p:nvPr/>
        </p:nvSpPr>
        <p:spPr>
          <a:xfrm>
            <a:off x="651749" y="490900"/>
            <a:ext cx="7710301" cy="2308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0"/>
              <a:buFont typeface="Arial"/>
              <a:buNone/>
            </a:pPr>
            <a:r>
              <a:rPr lang="en-US" sz="15000" b="0" i="0" u="none" strike="noStrike" cap="none">
                <a:solidFill>
                  <a:srgbClr val="131416"/>
                </a:solidFill>
                <a:latin typeface="Pacifico"/>
                <a:ea typeface="Pacifico"/>
                <a:cs typeface="Pacifico"/>
                <a:sym typeface="Pacifico"/>
              </a:rPr>
              <a:t>Agenda</a:t>
            </a:r>
            <a:endParaRPr sz="1400" b="0" i="0" u="none" strike="noStrike" cap="none">
              <a:solidFill>
                <a:srgbClr val="000000"/>
              </a:solidFill>
              <a:latin typeface="Pacifico"/>
              <a:ea typeface="Pacifico"/>
              <a:cs typeface="Pacifico"/>
              <a:sym typeface="Pacifico"/>
            </a:endParaRPr>
          </a:p>
        </p:txBody>
      </p:sp>
      <p:sp>
        <p:nvSpPr>
          <p:cNvPr id="116" name="Google Shape;116;p2"/>
          <p:cNvSpPr txBox="1"/>
          <p:nvPr/>
        </p:nvSpPr>
        <p:spPr>
          <a:xfrm>
            <a:off x="10105990" y="390767"/>
            <a:ext cx="8416800" cy="230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0"/>
              <a:buFont typeface="Arial"/>
              <a:buNone/>
            </a:pPr>
            <a:r>
              <a:rPr lang="en-US" sz="15000" b="0" i="0" u="none" strike="noStrike" cap="none">
                <a:solidFill>
                  <a:srgbClr val="131416"/>
                </a:solidFill>
                <a:latin typeface="Lobster"/>
                <a:ea typeface="Lobster"/>
                <a:cs typeface="Lobster"/>
                <a:sym typeface="Lobster"/>
              </a:rPr>
              <a:t>Recursos</a:t>
            </a:r>
            <a:endParaRPr sz="1400" b="0" i="0" u="none" strike="noStrike" cap="none">
              <a:solidFill>
                <a:srgbClr val="000000"/>
              </a:solidFill>
              <a:latin typeface="Lobster"/>
              <a:ea typeface="Lobster"/>
              <a:cs typeface="Lobster"/>
              <a:sym typeface="Lobster"/>
            </a:endParaRPr>
          </a:p>
        </p:txBody>
      </p:sp>
      <p:sp>
        <p:nvSpPr>
          <p:cNvPr id="118" name="Google Shape;118;p2"/>
          <p:cNvSpPr/>
          <p:nvPr/>
        </p:nvSpPr>
        <p:spPr>
          <a:xfrm>
            <a:off x="11739805" y="3232617"/>
            <a:ext cx="5353646" cy="1267162"/>
          </a:xfrm>
          <a:custGeom>
            <a:avLst/>
            <a:gdLst/>
            <a:ahLst/>
            <a:cxnLst/>
            <a:rect l="l" t="t" r="r" b="b"/>
            <a:pathLst>
              <a:path w="1410014" h="333738" extrusionOk="0">
                <a:moveTo>
                  <a:pt x="1206814" y="0"/>
                </a:moveTo>
                <a:lnTo>
                  <a:pt x="0" y="0"/>
                </a:lnTo>
                <a:lnTo>
                  <a:pt x="0" y="333738"/>
                </a:lnTo>
                <a:lnTo>
                  <a:pt x="1206814" y="333738"/>
                </a:lnTo>
                <a:lnTo>
                  <a:pt x="1410014" y="166869"/>
                </a:lnTo>
                <a:lnTo>
                  <a:pt x="1206814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grpSp>
        <p:nvGrpSpPr>
          <p:cNvPr id="120" name="Google Shape;120;p2"/>
          <p:cNvGrpSpPr/>
          <p:nvPr/>
        </p:nvGrpSpPr>
        <p:grpSpPr>
          <a:xfrm>
            <a:off x="10927004" y="2941654"/>
            <a:ext cx="5353646" cy="3136227"/>
            <a:chOff x="-214071" y="-550719"/>
            <a:chExt cx="1410014" cy="826002"/>
          </a:xfrm>
        </p:grpSpPr>
        <p:sp>
          <p:nvSpPr>
            <p:cNvPr id="121" name="Google Shape;121;p2"/>
            <p:cNvSpPr/>
            <p:nvPr/>
          </p:nvSpPr>
          <p:spPr>
            <a:xfrm>
              <a:off x="-214071" y="-58455"/>
              <a:ext cx="1410014" cy="333738"/>
            </a:xfrm>
            <a:custGeom>
              <a:avLst/>
              <a:gdLst/>
              <a:ahLst/>
              <a:cxnLst/>
              <a:rect l="l" t="t" r="r" b="b"/>
              <a:pathLst>
                <a:path w="1410014" h="333738" extrusionOk="0">
                  <a:moveTo>
                    <a:pt x="1206814" y="0"/>
                  </a:moveTo>
                  <a:lnTo>
                    <a:pt x="0" y="0"/>
                  </a:lnTo>
                  <a:lnTo>
                    <a:pt x="0" y="333738"/>
                  </a:lnTo>
                  <a:lnTo>
                    <a:pt x="1206814" y="333738"/>
                  </a:lnTo>
                  <a:lnTo>
                    <a:pt x="1410014" y="166869"/>
                  </a:lnTo>
                  <a:lnTo>
                    <a:pt x="120681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22" name="Google Shape;122;p2"/>
            <p:cNvSpPr txBox="1"/>
            <p:nvPr/>
          </p:nvSpPr>
          <p:spPr>
            <a:xfrm>
              <a:off x="-214071" y="-550719"/>
              <a:ext cx="1295714" cy="44803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801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499"/>
                <a:buFont typeface="Arial"/>
                <a:buNone/>
              </a:pPr>
              <a:r>
                <a:rPr lang="en-US" sz="4499" b="0" i="0" u="none" strike="noStrike" cap="none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Kahoot para </a:t>
              </a:r>
              <a:r>
                <a:rPr lang="en-US" sz="4499" b="0" i="0" u="none" strike="noStrike" cap="none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los</a:t>
              </a:r>
              <a:r>
                <a:rPr lang="en-US" sz="4499" b="0" i="0" u="none" strike="noStrike" cap="none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lang="en-US" sz="4499" b="0" i="0" u="none" strike="noStrike" cap="none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diagnosticos</a:t>
              </a: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23" name="Google Shape;123;p2"/>
          <p:cNvGrpSpPr/>
          <p:nvPr/>
        </p:nvGrpSpPr>
        <p:grpSpPr>
          <a:xfrm>
            <a:off x="176619" y="5362416"/>
            <a:ext cx="5574112" cy="927271"/>
            <a:chOff x="0" y="-111063"/>
            <a:chExt cx="2373180" cy="394786"/>
          </a:xfrm>
        </p:grpSpPr>
        <p:sp>
          <p:nvSpPr>
            <p:cNvPr id="124" name="Google Shape;124;p2"/>
            <p:cNvSpPr/>
            <p:nvPr/>
          </p:nvSpPr>
          <p:spPr>
            <a:xfrm>
              <a:off x="0" y="0"/>
              <a:ext cx="1964221" cy="283723"/>
            </a:xfrm>
            <a:custGeom>
              <a:avLst/>
              <a:gdLst/>
              <a:ahLst/>
              <a:cxnLst/>
              <a:rect l="l" t="t" r="r" b="b"/>
              <a:pathLst>
                <a:path w="1964221" h="283723" extrusionOk="0">
                  <a:moveTo>
                    <a:pt x="1761021" y="0"/>
                  </a:moveTo>
                  <a:lnTo>
                    <a:pt x="0" y="0"/>
                  </a:lnTo>
                  <a:lnTo>
                    <a:pt x="0" y="283723"/>
                  </a:lnTo>
                  <a:lnTo>
                    <a:pt x="1761021" y="283723"/>
                  </a:lnTo>
                  <a:lnTo>
                    <a:pt x="1964221" y="141862"/>
                  </a:lnTo>
                  <a:lnTo>
                    <a:pt x="176102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5" name="Google Shape;125;p2"/>
            <p:cNvSpPr txBox="1"/>
            <p:nvPr/>
          </p:nvSpPr>
          <p:spPr>
            <a:xfrm>
              <a:off x="523259" y="-111063"/>
              <a:ext cx="1849921" cy="35992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801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799"/>
                <a:buFont typeface="Arial"/>
                <a:buNone/>
              </a:pPr>
              <a:r>
                <a:rPr lang="es-GT" sz="2799" dirty="0"/>
                <a:t>P</a:t>
              </a:r>
              <a:r>
                <a:rPr lang="en-US" sz="2799" dirty="0" err="1"/>
                <a:t>resentacion</a:t>
              </a:r>
              <a:r>
                <a:rPr lang="en-US" sz="2799" dirty="0"/>
                <a:t> </a:t>
              </a:r>
              <a:r>
                <a:rPr lang="en-US" sz="2799" dirty="0" err="1"/>
                <a:t>Estudiante</a:t>
              </a: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26" name="Google Shape;126;p2"/>
          <p:cNvGrpSpPr/>
          <p:nvPr/>
        </p:nvGrpSpPr>
        <p:grpSpPr>
          <a:xfrm>
            <a:off x="176619" y="6446962"/>
            <a:ext cx="7655049" cy="845385"/>
            <a:chOff x="0" y="-67222"/>
            <a:chExt cx="3259140" cy="359923"/>
          </a:xfrm>
        </p:grpSpPr>
        <p:sp>
          <p:nvSpPr>
            <p:cNvPr id="127" name="Google Shape;127;p2"/>
            <p:cNvSpPr/>
            <p:nvPr/>
          </p:nvSpPr>
          <p:spPr>
            <a:xfrm>
              <a:off x="0" y="0"/>
              <a:ext cx="1964221" cy="283723"/>
            </a:xfrm>
            <a:custGeom>
              <a:avLst/>
              <a:gdLst/>
              <a:ahLst/>
              <a:cxnLst/>
              <a:rect l="l" t="t" r="r" b="b"/>
              <a:pathLst>
                <a:path w="1964221" h="283723" extrusionOk="0">
                  <a:moveTo>
                    <a:pt x="1761021" y="0"/>
                  </a:moveTo>
                  <a:lnTo>
                    <a:pt x="0" y="0"/>
                  </a:lnTo>
                  <a:lnTo>
                    <a:pt x="0" y="283723"/>
                  </a:lnTo>
                  <a:lnTo>
                    <a:pt x="1761021" y="283723"/>
                  </a:lnTo>
                  <a:lnTo>
                    <a:pt x="1964221" y="141862"/>
                  </a:lnTo>
                  <a:lnTo>
                    <a:pt x="176102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8" name="Google Shape;128;p2"/>
            <p:cNvSpPr txBox="1"/>
            <p:nvPr/>
          </p:nvSpPr>
          <p:spPr>
            <a:xfrm>
              <a:off x="362774" y="-67222"/>
              <a:ext cx="2896366" cy="35992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801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799"/>
                <a:buFont typeface="Arial"/>
                <a:buNone/>
              </a:pPr>
              <a:r>
                <a:rPr lang="es-GT" sz="2799" dirty="0"/>
                <a:t>D</a:t>
              </a:r>
              <a:r>
                <a:rPr lang="en-US" sz="2799" dirty="0" err="1"/>
                <a:t>iagnostico</a:t>
              </a:r>
              <a:r>
                <a:rPr lang="en-US" sz="2799" dirty="0"/>
                <a:t> </a:t>
              </a:r>
              <a:r>
                <a:rPr lang="en-US" sz="2799" dirty="0" err="1"/>
                <a:t>Conocimientos</a:t>
              </a:r>
              <a:r>
                <a:rPr lang="en-US" sz="2799" dirty="0"/>
                <a:t> </a:t>
              </a:r>
              <a:r>
                <a:rPr lang="en-US" sz="2799" dirty="0" err="1"/>
                <a:t>Previos</a:t>
              </a: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29" name="Google Shape;129;p2"/>
          <p:cNvGrpSpPr/>
          <p:nvPr/>
        </p:nvGrpSpPr>
        <p:grpSpPr>
          <a:xfrm>
            <a:off x="176619" y="7368015"/>
            <a:ext cx="4968663" cy="845385"/>
            <a:chOff x="0" y="-68299"/>
            <a:chExt cx="2115410" cy="359923"/>
          </a:xfrm>
        </p:grpSpPr>
        <p:sp>
          <p:nvSpPr>
            <p:cNvPr id="130" name="Google Shape;130;p2"/>
            <p:cNvSpPr/>
            <p:nvPr/>
          </p:nvSpPr>
          <p:spPr>
            <a:xfrm>
              <a:off x="0" y="0"/>
              <a:ext cx="1964221" cy="283723"/>
            </a:xfrm>
            <a:custGeom>
              <a:avLst/>
              <a:gdLst/>
              <a:ahLst/>
              <a:cxnLst/>
              <a:rect l="l" t="t" r="r" b="b"/>
              <a:pathLst>
                <a:path w="1964221" h="283723" extrusionOk="0">
                  <a:moveTo>
                    <a:pt x="1761021" y="0"/>
                  </a:moveTo>
                  <a:lnTo>
                    <a:pt x="0" y="0"/>
                  </a:lnTo>
                  <a:lnTo>
                    <a:pt x="0" y="283723"/>
                  </a:lnTo>
                  <a:lnTo>
                    <a:pt x="1761021" y="283723"/>
                  </a:lnTo>
                  <a:lnTo>
                    <a:pt x="1964221" y="141862"/>
                  </a:lnTo>
                  <a:lnTo>
                    <a:pt x="176102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1" name="Google Shape;131;p2"/>
            <p:cNvSpPr txBox="1"/>
            <p:nvPr/>
          </p:nvSpPr>
          <p:spPr>
            <a:xfrm>
              <a:off x="265489" y="-68299"/>
              <a:ext cx="1849921" cy="35992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801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799"/>
                <a:buFont typeface="Arial"/>
                <a:buNone/>
              </a:pPr>
              <a:r>
                <a:rPr lang="es-GT" sz="2799" dirty="0"/>
                <a:t>P</a:t>
              </a:r>
              <a:r>
                <a:rPr lang="en-US" sz="2799" dirty="0" err="1"/>
                <a:t>rograma</a:t>
              </a:r>
              <a:r>
                <a:rPr lang="en-US" sz="2799" dirty="0"/>
                <a:t> </a:t>
              </a:r>
              <a:r>
                <a:rPr lang="en-US" sz="2799" dirty="0" err="1"/>
                <a:t>Curso</a:t>
              </a: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32" name="Google Shape;132;p2"/>
          <p:cNvGrpSpPr/>
          <p:nvPr/>
        </p:nvGrpSpPr>
        <p:grpSpPr>
          <a:xfrm>
            <a:off x="176619" y="8452560"/>
            <a:ext cx="7138580" cy="845385"/>
            <a:chOff x="0" y="-59321"/>
            <a:chExt cx="3039253" cy="359923"/>
          </a:xfrm>
        </p:grpSpPr>
        <p:sp>
          <p:nvSpPr>
            <p:cNvPr id="133" name="Google Shape;133;p2"/>
            <p:cNvSpPr/>
            <p:nvPr/>
          </p:nvSpPr>
          <p:spPr>
            <a:xfrm>
              <a:off x="0" y="0"/>
              <a:ext cx="1964221" cy="283723"/>
            </a:xfrm>
            <a:custGeom>
              <a:avLst/>
              <a:gdLst/>
              <a:ahLst/>
              <a:cxnLst/>
              <a:rect l="l" t="t" r="r" b="b"/>
              <a:pathLst>
                <a:path w="1964221" h="283723" extrusionOk="0">
                  <a:moveTo>
                    <a:pt x="1761021" y="0"/>
                  </a:moveTo>
                  <a:lnTo>
                    <a:pt x="0" y="0"/>
                  </a:lnTo>
                  <a:lnTo>
                    <a:pt x="0" y="283723"/>
                  </a:lnTo>
                  <a:lnTo>
                    <a:pt x="1761021" y="283723"/>
                  </a:lnTo>
                  <a:lnTo>
                    <a:pt x="1964221" y="141862"/>
                  </a:lnTo>
                  <a:lnTo>
                    <a:pt x="176102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4" name="Google Shape;134;p2"/>
            <p:cNvSpPr txBox="1"/>
            <p:nvPr/>
          </p:nvSpPr>
          <p:spPr>
            <a:xfrm>
              <a:off x="491909" y="-59321"/>
              <a:ext cx="2547344" cy="35992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801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799"/>
                <a:buFont typeface="Arial"/>
                <a:buNone/>
              </a:pPr>
              <a:r>
                <a:rPr lang="en-US" sz="2799" dirty="0" err="1"/>
                <a:t>D</a:t>
              </a:r>
              <a:r>
                <a:rPr lang="en-US" sz="2799" b="0" i="0" u="none" strike="noStrike" cap="none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iagnostico</a:t>
              </a:r>
              <a:r>
                <a:rPr lang="en-US" sz="2799" b="0" i="0" u="none" strike="noStrike" cap="none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lang="en-US" sz="2799" b="0" i="0" u="none" strike="noStrike" cap="none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Conocimientos</a:t>
              </a:r>
              <a:r>
                <a:rPr lang="en-US" sz="2799" b="0" i="0" u="none" strike="noStrike" cap="none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lang="en-US" sz="2799" b="0" i="0" u="none" strike="noStrike" cap="none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Nuevos</a:t>
              </a: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35" name="Google Shape;135;p2"/>
          <p:cNvSpPr/>
          <p:nvPr/>
        </p:nvSpPr>
        <p:spPr>
          <a:xfrm>
            <a:off x="878654" y="5623280"/>
            <a:ext cx="453358" cy="550094"/>
          </a:xfrm>
          <a:custGeom>
            <a:avLst/>
            <a:gdLst/>
            <a:ahLst/>
            <a:cxnLst/>
            <a:rect l="l" t="t" r="r" b="b"/>
            <a:pathLst>
              <a:path w="453358" h="550094" extrusionOk="0">
                <a:moveTo>
                  <a:pt x="0" y="0"/>
                </a:moveTo>
                <a:lnTo>
                  <a:pt x="453359" y="0"/>
                </a:lnTo>
                <a:lnTo>
                  <a:pt x="453359" y="550094"/>
                </a:lnTo>
                <a:lnTo>
                  <a:pt x="0" y="55009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6" name="Google Shape;136;p2"/>
          <p:cNvSpPr/>
          <p:nvPr/>
        </p:nvSpPr>
        <p:spPr>
          <a:xfrm>
            <a:off x="878654" y="6604853"/>
            <a:ext cx="453358" cy="550094"/>
          </a:xfrm>
          <a:custGeom>
            <a:avLst/>
            <a:gdLst/>
            <a:ahLst/>
            <a:cxnLst/>
            <a:rect l="l" t="t" r="r" b="b"/>
            <a:pathLst>
              <a:path w="453358" h="550094" extrusionOk="0">
                <a:moveTo>
                  <a:pt x="0" y="0"/>
                </a:moveTo>
                <a:lnTo>
                  <a:pt x="453359" y="0"/>
                </a:lnTo>
                <a:lnTo>
                  <a:pt x="453359" y="550094"/>
                </a:lnTo>
                <a:lnTo>
                  <a:pt x="0" y="55009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7" name="Google Shape;137;p2"/>
          <p:cNvSpPr/>
          <p:nvPr/>
        </p:nvSpPr>
        <p:spPr>
          <a:xfrm>
            <a:off x="878654" y="7604635"/>
            <a:ext cx="453358" cy="550094"/>
          </a:xfrm>
          <a:custGeom>
            <a:avLst/>
            <a:gdLst/>
            <a:ahLst/>
            <a:cxnLst/>
            <a:rect l="l" t="t" r="r" b="b"/>
            <a:pathLst>
              <a:path w="453358" h="550094" extrusionOk="0">
                <a:moveTo>
                  <a:pt x="0" y="0"/>
                </a:moveTo>
                <a:lnTo>
                  <a:pt x="453359" y="0"/>
                </a:lnTo>
                <a:lnTo>
                  <a:pt x="453359" y="550094"/>
                </a:lnTo>
                <a:lnTo>
                  <a:pt x="0" y="55009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8" name="Google Shape;138;p2"/>
          <p:cNvSpPr/>
          <p:nvPr/>
        </p:nvSpPr>
        <p:spPr>
          <a:xfrm>
            <a:off x="878654" y="8605540"/>
            <a:ext cx="453358" cy="550094"/>
          </a:xfrm>
          <a:custGeom>
            <a:avLst/>
            <a:gdLst/>
            <a:ahLst/>
            <a:cxnLst/>
            <a:rect l="l" t="t" r="r" b="b"/>
            <a:pathLst>
              <a:path w="453358" h="550094" extrusionOk="0">
                <a:moveTo>
                  <a:pt x="0" y="0"/>
                </a:moveTo>
                <a:lnTo>
                  <a:pt x="453359" y="0"/>
                </a:lnTo>
                <a:lnTo>
                  <a:pt x="453359" y="550095"/>
                </a:lnTo>
                <a:lnTo>
                  <a:pt x="0" y="55009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4"/>
          <p:cNvSpPr txBox="1"/>
          <p:nvPr/>
        </p:nvSpPr>
        <p:spPr>
          <a:xfrm>
            <a:off x="560623" y="2025701"/>
            <a:ext cx="8872135" cy="10449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7307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925"/>
              <a:buFont typeface="Arial"/>
              <a:buNone/>
            </a:pPr>
            <a:r>
              <a:rPr lang="es-GT" sz="3925" b="0" i="0" u="none" strike="noStrike" cap="none" noProof="0" dirty="0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Joshua Alexander Vasquez del </a:t>
            </a:r>
            <a:r>
              <a:rPr lang="es-GT" sz="3925" b="0" i="0" u="none" strike="noStrike" cap="none" noProof="0" dirty="0" err="1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Aguila</a:t>
            </a:r>
            <a:endParaRPr lang="es-GT" sz="1400" b="0" i="0" u="none" strike="noStrike" cap="none" noProof="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" name="Google Shape;155;p4"/>
          <p:cNvSpPr txBox="1"/>
          <p:nvPr/>
        </p:nvSpPr>
        <p:spPr>
          <a:xfrm>
            <a:off x="5325812" y="742854"/>
            <a:ext cx="7636376" cy="10604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just" rtl="0">
              <a:lnSpc>
                <a:spcPct val="11298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98"/>
              <a:buFont typeface="Arial"/>
              <a:buNone/>
            </a:pPr>
            <a:r>
              <a:rPr lang="es-GT" sz="6098" b="0" i="0" u="none" strike="noStrike" cap="none" noProof="0" dirty="0">
                <a:solidFill>
                  <a:srgbClr val="131416"/>
                </a:solidFill>
                <a:latin typeface="Impact"/>
                <a:ea typeface="Impact"/>
                <a:cs typeface="Impact"/>
                <a:sym typeface="Impact"/>
              </a:rPr>
              <a:t>Presentación personal </a:t>
            </a:r>
            <a:endParaRPr lang="es-GT" sz="1400" b="0" i="0" u="none" strike="noStrike" cap="none" noProof="0" dirty="0">
              <a:solidFill>
                <a:srgbClr val="000000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2" name="Google Shape;154;p4">
            <a:extLst>
              <a:ext uri="{FF2B5EF4-FFF2-40B4-BE49-F238E27FC236}">
                <a16:creationId xmlns:a16="http://schemas.microsoft.com/office/drawing/2014/main" id="{4A382800-4C00-950E-EF02-D9381A64E574}"/>
              </a:ext>
            </a:extLst>
          </p:cNvPr>
          <p:cNvSpPr txBox="1"/>
          <p:nvPr/>
        </p:nvSpPr>
        <p:spPr>
          <a:xfrm>
            <a:off x="560622" y="3181881"/>
            <a:ext cx="15152619" cy="10449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7307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925"/>
              <a:buFont typeface="Arial"/>
              <a:buNone/>
            </a:pPr>
            <a:r>
              <a:rPr lang="es-GT" sz="3925" b="0" i="0" u="none" strike="noStrike" cap="none" noProof="0" dirty="0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Estudiante de </a:t>
            </a:r>
            <a:r>
              <a:rPr lang="es-GT" sz="3925" b="0" i="0" u="none" strike="noStrike" cap="none" noProof="0" dirty="0" err="1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Ingenieria</a:t>
            </a:r>
            <a:r>
              <a:rPr lang="es-GT" sz="3925" b="0" i="0" u="none" strike="noStrike" cap="none" noProof="0" dirty="0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 en Ciencias y Sistemas-9no semestre</a:t>
            </a:r>
            <a:endParaRPr lang="es-GT" sz="1400" b="0" i="0" u="none" strike="noStrike" cap="none" noProof="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" name="Google Shape;154;p4">
            <a:extLst>
              <a:ext uri="{FF2B5EF4-FFF2-40B4-BE49-F238E27FC236}">
                <a16:creationId xmlns:a16="http://schemas.microsoft.com/office/drawing/2014/main" id="{20C6F7C9-94E3-0398-42C2-4C3DFCE44179}"/>
              </a:ext>
            </a:extLst>
          </p:cNvPr>
          <p:cNvSpPr txBox="1"/>
          <p:nvPr/>
        </p:nvSpPr>
        <p:spPr>
          <a:xfrm>
            <a:off x="560623" y="4338062"/>
            <a:ext cx="8872135" cy="10449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7307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925"/>
              <a:buFont typeface="Arial"/>
              <a:buNone/>
            </a:pPr>
            <a:r>
              <a:rPr lang="es-GT" sz="3925" b="0" i="0" u="none" strike="noStrike" cap="none" noProof="0" dirty="0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Carne: 202102407</a:t>
            </a:r>
            <a:endParaRPr lang="es-GT" sz="1400" b="0" i="0" u="none" strike="noStrike" cap="none" noProof="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55;p4">
            <a:extLst>
              <a:ext uri="{FF2B5EF4-FFF2-40B4-BE49-F238E27FC236}">
                <a16:creationId xmlns:a16="http://schemas.microsoft.com/office/drawing/2014/main" id="{4E6559DC-423C-51C4-15E8-72A77C7767A6}"/>
              </a:ext>
            </a:extLst>
          </p:cNvPr>
          <p:cNvSpPr txBox="1"/>
          <p:nvPr/>
        </p:nvSpPr>
        <p:spPr>
          <a:xfrm>
            <a:off x="7515513" y="5383028"/>
            <a:ext cx="3834489" cy="10604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just" rtl="0">
              <a:lnSpc>
                <a:spcPct val="11298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98"/>
              <a:buFont typeface="Arial"/>
              <a:buNone/>
            </a:pPr>
            <a:r>
              <a:rPr lang="es-GT" sz="6098" b="0" i="0" u="none" strike="noStrike" cap="none" noProof="0" dirty="0">
                <a:solidFill>
                  <a:srgbClr val="131416"/>
                </a:solidFill>
                <a:latin typeface="Impact"/>
                <a:ea typeface="Impact"/>
                <a:cs typeface="Impact"/>
                <a:sym typeface="Impact"/>
              </a:rPr>
              <a:t>Contacto</a:t>
            </a:r>
            <a:endParaRPr lang="es-GT" sz="1400" b="0" i="0" u="none" strike="noStrike" cap="none" noProof="0" dirty="0">
              <a:solidFill>
                <a:srgbClr val="000000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8" name="Google Shape;154;p4">
            <a:extLst>
              <a:ext uri="{FF2B5EF4-FFF2-40B4-BE49-F238E27FC236}">
                <a16:creationId xmlns:a16="http://schemas.microsoft.com/office/drawing/2014/main" id="{51AE93B7-8D25-47ED-C794-4709FFAE4E28}"/>
              </a:ext>
            </a:extLst>
          </p:cNvPr>
          <p:cNvSpPr txBox="1"/>
          <p:nvPr/>
        </p:nvSpPr>
        <p:spPr>
          <a:xfrm>
            <a:off x="889744" y="6361349"/>
            <a:ext cx="15954467" cy="35076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7307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925"/>
              <a:buFont typeface="Arial"/>
              <a:buNone/>
            </a:pPr>
            <a:r>
              <a:rPr lang="es-GT" sz="3925" b="0" i="0" u="none" strike="noStrike" cap="none" noProof="0" dirty="0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Correo: </a:t>
            </a:r>
            <a:r>
              <a:rPr lang="es-GT" sz="3925" b="0" i="0" u="none" strike="noStrike" cap="none" noProof="0" dirty="0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  <a:hlinkClick r:id="rId3"/>
              </a:rPr>
              <a:t>3031142310108@ingenieria.usac.edu.gt</a:t>
            </a:r>
            <a:endParaRPr lang="es-GT" sz="3925" b="0" i="0" u="none" strike="noStrike" cap="none" noProof="0" dirty="0">
              <a:solidFill>
                <a:srgbClr val="131416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7307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925"/>
              <a:buFont typeface="Arial"/>
              <a:buNone/>
            </a:pPr>
            <a:r>
              <a:rPr lang="es-GT" sz="3925" noProof="0" dirty="0">
                <a:solidFill>
                  <a:srgbClr val="131416"/>
                </a:solidFill>
              </a:rPr>
              <a:t>Asunto: Bases-2</a:t>
            </a:r>
          </a:p>
          <a:p>
            <a:pPr marL="0" marR="0" lvl="0" indent="0" algn="l" rtl="0">
              <a:lnSpc>
                <a:spcPct val="17307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925"/>
              <a:buFont typeface="Arial"/>
              <a:buNone/>
            </a:pPr>
            <a:r>
              <a:rPr lang="es-GT" sz="3925" b="0" i="0" u="none" strike="noStrike" cap="none" noProof="0" dirty="0" err="1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Github</a:t>
            </a:r>
            <a:r>
              <a:rPr lang="es-GT" sz="3925" b="0" i="0" u="none" strike="noStrike" cap="none" noProof="0" dirty="0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: Joshuaalex123</a:t>
            </a:r>
          </a:p>
          <a:p>
            <a:pPr marL="0" marR="0" lvl="0" indent="0" algn="l" rtl="0">
              <a:lnSpc>
                <a:spcPct val="17307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925"/>
              <a:buFont typeface="Arial"/>
              <a:buNone/>
            </a:pPr>
            <a:endParaRPr lang="es-GT" sz="1400" b="0" i="0" u="none" strike="noStrike" cap="none" noProof="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7" name="Rectangle 166">
            <a:extLst>
              <a:ext uri="{FF2B5EF4-FFF2-40B4-BE49-F238E27FC236}">
                <a16:creationId xmlns:a16="http://schemas.microsoft.com/office/drawing/2014/main" id="{337940BB-FBC4-492E-BD92-3B7B914D0E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8288000" cy="10287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2" name="Google Shape;162;p6"/>
          <p:cNvSpPr txBox="1"/>
          <p:nvPr/>
        </p:nvSpPr>
        <p:spPr>
          <a:xfrm>
            <a:off x="7280982" y="480061"/>
            <a:ext cx="10060626" cy="5839002"/>
          </a:xfrm>
          <a:prstGeom prst="rect">
            <a:avLst/>
          </a:prstGeom>
        </p:spPr>
        <p:txBody>
          <a:bodyPr spcFirstLastPara="1" vert="horz" lIns="91440" tIns="45720" rIns="91440" bIns="45720" rtlCol="0" anchor="b" anchorCtr="0">
            <a:normAutofit/>
          </a:bodyPr>
          <a:lstStyle/>
          <a:p>
            <a:pPr marL="0" marR="0" lvl="0" inden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>
                <a:srgbClr val="000000"/>
              </a:buClr>
              <a:buSzPts val="6900"/>
            </a:pPr>
            <a:r>
              <a:rPr lang="en-US" sz="9900" b="0" i="0" u="none" strike="noStrike" kern="1200" cap="none" dirty="0" err="1">
                <a:solidFill>
                  <a:schemeClr val="tx1"/>
                </a:solidFill>
                <a:latin typeface="+mj-lt"/>
                <a:ea typeface="+mj-ea"/>
                <a:cs typeface="+mj-cs"/>
                <a:sym typeface="Impact"/>
              </a:rPr>
              <a:t>Dinámica</a:t>
            </a:r>
            <a:r>
              <a:rPr lang="en-US" sz="9900" b="0" i="0" u="none" strike="noStrike" kern="1200" cap="none" dirty="0">
                <a:solidFill>
                  <a:schemeClr val="tx1"/>
                </a:solidFill>
                <a:latin typeface="+mj-lt"/>
                <a:ea typeface="+mj-ea"/>
                <a:cs typeface="+mj-cs"/>
                <a:sym typeface="Impact"/>
              </a:rPr>
              <a:t> de </a:t>
            </a:r>
            <a:r>
              <a:rPr lang="en-US" sz="9900" b="0" i="0" u="none" strike="noStrike" kern="1200" cap="none" dirty="0" err="1">
                <a:solidFill>
                  <a:schemeClr val="tx1"/>
                </a:solidFill>
                <a:latin typeface="+mj-lt"/>
                <a:ea typeface="+mj-ea"/>
                <a:cs typeface="+mj-cs"/>
                <a:sym typeface="Impact"/>
              </a:rPr>
              <a:t>presentación</a:t>
            </a:r>
            <a:r>
              <a:rPr lang="en-US" sz="9900" b="0" i="0" u="none" strike="noStrike" kern="1200" cap="none" dirty="0">
                <a:solidFill>
                  <a:schemeClr val="tx1"/>
                </a:solidFill>
                <a:latin typeface="+mj-lt"/>
                <a:ea typeface="+mj-ea"/>
                <a:cs typeface="+mj-cs"/>
                <a:sym typeface="Impact"/>
              </a:rPr>
              <a:t> de </a:t>
            </a:r>
            <a:r>
              <a:rPr lang="en-US" sz="9900" b="0" i="0" u="none" strike="noStrike" kern="1200" cap="none" dirty="0" err="1">
                <a:solidFill>
                  <a:schemeClr val="tx1"/>
                </a:solidFill>
                <a:latin typeface="+mj-lt"/>
                <a:ea typeface="+mj-ea"/>
                <a:cs typeface="+mj-cs"/>
                <a:sym typeface="Impact"/>
              </a:rPr>
              <a:t>estudiantes</a:t>
            </a:r>
            <a:endParaRPr lang="en-US" sz="9900" b="0" i="0" u="none" strike="noStrike" kern="1200" cap="none" dirty="0">
              <a:solidFill>
                <a:schemeClr val="tx1"/>
              </a:solidFill>
              <a:latin typeface="+mj-lt"/>
              <a:ea typeface="+mj-ea"/>
              <a:cs typeface="+mj-cs"/>
              <a:sym typeface="Impact"/>
            </a:endParaRPr>
          </a:p>
        </p:txBody>
      </p:sp>
      <p:pic>
        <p:nvPicPr>
          <p:cNvPr id="2" name="Google Shape;192;g364f262177b_0_2" title="Gemini_Generated_Image_u2i06ou2i06ou2i0.png">
            <a:extLst>
              <a:ext uri="{FF2B5EF4-FFF2-40B4-BE49-F238E27FC236}">
                <a16:creationId xmlns:a16="http://schemas.microsoft.com/office/drawing/2014/main" id="{70D1674F-CBEF-8C48-7DD6-7F66217F2006}"/>
              </a:ext>
            </a:extLst>
          </p:cNvPr>
          <p:cNvPicPr preferRelativeResize="0"/>
          <p:nvPr/>
        </p:nvPicPr>
        <p:blipFill>
          <a:blip r:embed="rId3"/>
          <a:stretch>
            <a:fillRect/>
          </a:stretch>
        </p:blipFill>
        <p:spPr>
          <a:xfrm>
            <a:off x="480060" y="705547"/>
            <a:ext cx="6131052" cy="8398702"/>
          </a:xfrm>
          <a:prstGeom prst="rect">
            <a:avLst/>
          </a:prstGeom>
          <a:noFill/>
        </p:spPr>
      </p:pic>
      <p:sp>
        <p:nvSpPr>
          <p:cNvPr id="169" name="sketch line">
            <a:extLst>
              <a:ext uri="{FF2B5EF4-FFF2-40B4-BE49-F238E27FC236}">
                <a16:creationId xmlns:a16="http://schemas.microsoft.com/office/drawing/2014/main" id="{3FCFB1DE-0B7E-48CC-BA90-B2AB0889F9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280980" y="6613900"/>
            <a:ext cx="6365384" cy="41148"/>
          </a:xfrm>
          <a:custGeom>
            <a:avLst/>
            <a:gdLst>
              <a:gd name="connsiteX0" fmla="*/ 0 w 6365384"/>
              <a:gd name="connsiteY0" fmla="*/ 0 h 41148"/>
              <a:gd name="connsiteX1" fmla="*/ 636538 w 6365384"/>
              <a:gd name="connsiteY1" fmla="*/ 0 h 41148"/>
              <a:gd name="connsiteX2" fmla="*/ 1273077 w 6365384"/>
              <a:gd name="connsiteY2" fmla="*/ 0 h 41148"/>
              <a:gd name="connsiteX3" fmla="*/ 1909615 w 6365384"/>
              <a:gd name="connsiteY3" fmla="*/ 0 h 41148"/>
              <a:gd name="connsiteX4" fmla="*/ 2673461 w 6365384"/>
              <a:gd name="connsiteY4" fmla="*/ 0 h 41148"/>
              <a:gd name="connsiteX5" fmla="*/ 3373654 w 6365384"/>
              <a:gd name="connsiteY5" fmla="*/ 0 h 41148"/>
              <a:gd name="connsiteX6" fmla="*/ 3819230 w 6365384"/>
              <a:gd name="connsiteY6" fmla="*/ 0 h 41148"/>
              <a:gd name="connsiteX7" fmla="*/ 4392115 w 6365384"/>
              <a:gd name="connsiteY7" fmla="*/ 0 h 41148"/>
              <a:gd name="connsiteX8" fmla="*/ 5155961 w 6365384"/>
              <a:gd name="connsiteY8" fmla="*/ 0 h 41148"/>
              <a:gd name="connsiteX9" fmla="*/ 5792499 w 6365384"/>
              <a:gd name="connsiteY9" fmla="*/ 0 h 41148"/>
              <a:gd name="connsiteX10" fmla="*/ 6365384 w 6365384"/>
              <a:gd name="connsiteY10" fmla="*/ 0 h 41148"/>
              <a:gd name="connsiteX11" fmla="*/ 6365384 w 6365384"/>
              <a:gd name="connsiteY11" fmla="*/ 41148 h 41148"/>
              <a:gd name="connsiteX12" fmla="*/ 5856153 w 6365384"/>
              <a:gd name="connsiteY12" fmla="*/ 41148 h 41148"/>
              <a:gd name="connsiteX13" fmla="*/ 5092307 w 6365384"/>
              <a:gd name="connsiteY13" fmla="*/ 41148 h 41148"/>
              <a:gd name="connsiteX14" fmla="*/ 4583076 w 6365384"/>
              <a:gd name="connsiteY14" fmla="*/ 41148 h 41148"/>
              <a:gd name="connsiteX15" fmla="*/ 4137500 w 6365384"/>
              <a:gd name="connsiteY15" fmla="*/ 41148 h 41148"/>
              <a:gd name="connsiteX16" fmla="*/ 3691923 w 6365384"/>
              <a:gd name="connsiteY16" fmla="*/ 41148 h 41148"/>
              <a:gd name="connsiteX17" fmla="*/ 2991730 w 6365384"/>
              <a:gd name="connsiteY17" fmla="*/ 41148 h 41148"/>
              <a:gd name="connsiteX18" fmla="*/ 2546154 w 6365384"/>
              <a:gd name="connsiteY18" fmla="*/ 41148 h 41148"/>
              <a:gd name="connsiteX19" fmla="*/ 1909615 w 6365384"/>
              <a:gd name="connsiteY19" fmla="*/ 41148 h 41148"/>
              <a:gd name="connsiteX20" fmla="*/ 1400384 w 6365384"/>
              <a:gd name="connsiteY20" fmla="*/ 41148 h 41148"/>
              <a:gd name="connsiteX21" fmla="*/ 763846 w 6365384"/>
              <a:gd name="connsiteY21" fmla="*/ 41148 h 41148"/>
              <a:gd name="connsiteX22" fmla="*/ 0 w 6365384"/>
              <a:gd name="connsiteY22" fmla="*/ 41148 h 41148"/>
              <a:gd name="connsiteX23" fmla="*/ 0 w 6365384"/>
              <a:gd name="connsiteY23" fmla="*/ 0 h 41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</a:cxnLst>
            <a:rect l="l" t="t" r="r" b="b"/>
            <a:pathLst>
              <a:path w="6365384" h="41148" fill="none" extrusionOk="0">
                <a:moveTo>
                  <a:pt x="0" y="0"/>
                </a:moveTo>
                <a:cubicBezTo>
                  <a:pt x="305169" y="21509"/>
                  <a:pt x="334704" y="-24261"/>
                  <a:pt x="636538" y="0"/>
                </a:cubicBezTo>
                <a:cubicBezTo>
                  <a:pt x="938372" y="24261"/>
                  <a:pt x="1068606" y="2269"/>
                  <a:pt x="1273077" y="0"/>
                </a:cubicBezTo>
                <a:cubicBezTo>
                  <a:pt x="1477548" y="-2269"/>
                  <a:pt x="1738189" y="6272"/>
                  <a:pt x="1909615" y="0"/>
                </a:cubicBezTo>
                <a:cubicBezTo>
                  <a:pt x="2081041" y="-6272"/>
                  <a:pt x="2377015" y="16623"/>
                  <a:pt x="2673461" y="0"/>
                </a:cubicBezTo>
                <a:cubicBezTo>
                  <a:pt x="2969907" y="-16623"/>
                  <a:pt x="3125491" y="11823"/>
                  <a:pt x="3373654" y="0"/>
                </a:cubicBezTo>
                <a:cubicBezTo>
                  <a:pt x="3621817" y="-11823"/>
                  <a:pt x="3711452" y="18735"/>
                  <a:pt x="3819230" y="0"/>
                </a:cubicBezTo>
                <a:cubicBezTo>
                  <a:pt x="3927008" y="-18735"/>
                  <a:pt x="4138245" y="-11407"/>
                  <a:pt x="4392115" y="0"/>
                </a:cubicBezTo>
                <a:cubicBezTo>
                  <a:pt x="4645986" y="11407"/>
                  <a:pt x="4974507" y="12257"/>
                  <a:pt x="5155961" y="0"/>
                </a:cubicBezTo>
                <a:cubicBezTo>
                  <a:pt x="5337415" y="-12257"/>
                  <a:pt x="5591096" y="-21687"/>
                  <a:pt x="5792499" y="0"/>
                </a:cubicBezTo>
                <a:cubicBezTo>
                  <a:pt x="5993902" y="21687"/>
                  <a:pt x="6160118" y="-98"/>
                  <a:pt x="6365384" y="0"/>
                </a:cubicBezTo>
                <a:cubicBezTo>
                  <a:pt x="6364440" y="20356"/>
                  <a:pt x="6363778" y="26678"/>
                  <a:pt x="6365384" y="41148"/>
                </a:cubicBezTo>
                <a:cubicBezTo>
                  <a:pt x="6132223" y="42020"/>
                  <a:pt x="6011987" y="15787"/>
                  <a:pt x="5856153" y="41148"/>
                </a:cubicBezTo>
                <a:cubicBezTo>
                  <a:pt x="5700319" y="66509"/>
                  <a:pt x="5410733" y="19073"/>
                  <a:pt x="5092307" y="41148"/>
                </a:cubicBezTo>
                <a:cubicBezTo>
                  <a:pt x="4773881" y="63223"/>
                  <a:pt x="4710933" y="22872"/>
                  <a:pt x="4583076" y="41148"/>
                </a:cubicBezTo>
                <a:cubicBezTo>
                  <a:pt x="4455219" y="59424"/>
                  <a:pt x="4239501" y="47297"/>
                  <a:pt x="4137500" y="41148"/>
                </a:cubicBezTo>
                <a:cubicBezTo>
                  <a:pt x="4035499" y="34999"/>
                  <a:pt x="3883666" y="45728"/>
                  <a:pt x="3691923" y="41148"/>
                </a:cubicBezTo>
                <a:cubicBezTo>
                  <a:pt x="3500180" y="36568"/>
                  <a:pt x="3267574" y="13814"/>
                  <a:pt x="2991730" y="41148"/>
                </a:cubicBezTo>
                <a:cubicBezTo>
                  <a:pt x="2715886" y="68482"/>
                  <a:pt x="2749701" y="42484"/>
                  <a:pt x="2546154" y="41148"/>
                </a:cubicBezTo>
                <a:cubicBezTo>
                  <a:pt x="2342607" y="39812"/>
                  <a:pt x="2112433" y="15568"/>
                  <a:pt x="1909615" y="41148"/>
                </a:cubicBezTo>
                <a:cubicBezTo>
                  <a:pt x="1706797" y="66728"/>
                  <a:pt x="1634641" y="62032"/>
                  <a:pt x="1400384" y="41148"/>
                </a:cubicBezTo>
                <a:cubicBezTo>
                  <a:pt x="1166127" y="20264"/>
                  <a:pt x="1068288" y="29492"/>
                  <a:pt x="763846" y="41148"/>
                </a:cubicBezTo>
                <a:cubicBezTo>
                  <a:pt x="459404" y="52804"/>
                  <a:pt x="170017" y="28231"/>
                  <a:pt x="0" y="41148"/>
                </a:cubicBezTo>
                <a:cubicBezTo>
                  <a:pt x="672" y="31895"/>
                  <a:pt x="-1203" y="14238"/>
                  <a:pt x="0" y="0"/>
                </a:cubicBezTo>
                <a:close/>
              </a:path>
              <a:path w="6365384" h="41148" stroke="0" extrusionOk="0">
                <a:moveTo>
                  <a:pt x="0" y="0"/>
                </a:moveTo>
                <a:cubicBezTo>
                  <a:pt x="284299" y="-4796"/>
                  <a:pt x="337491" y="7899"/>
                  <a:pt x="572885" y="0"/>
                </a:cubicBezTo>
                <a:cubicBezTo>
                  <a:pt x="808280" y="-7899"/>
                  <a:pt x="840075" y="-3902"/>
                  <a:pt x="1018461" y="0"/>
                </a:cubicBezTo>
                <a:cubicBezTo>
                  <a:pt x="1196847" y="3902"/>
                  <a:pt x="1588872" y="4237"/>
                  <a:pt x="1782308" y="0"/>
                </a:cubicBezTo>
                <a:cubicBezTo>
                  <a:pt x="1975744" y="-4237"/>
                  <a:pt x="2153382" y="5526"/>
                  <a:pt x="2355192" y="0"/>
                </a:cubicBezTo>
                <a:cubicBezTo>
                  <a:pt x="2557002" y="-5526"/>
                  <a:pt x="2788412" y="22339"/>
                  <a:pt x="2928077" y="0"/>
                </a:cubicBezTo>
                <a:cubicBezTo>
                  <a:pt x="3067743" y="-22339"/>
                  <a:pt x="3321538" y="819"/>
                  <a:pt x="3691923" y="0"/>
                </a:cubicBezTo>
                <a:cubicBezTo>
                  <a:pt x="4062308" y="-819"/>
                  <a:pt x="4075359" y="-12992"/>
                  <a:pt x="4201153" y="0"/>
                </a:cubicBezTo>
                <a:cubicBezTo>
                  <a:pt x="4326947" y="12992"/>
                  <a:pt x="4768369" y="-35695"/>
                  <a:pt x="4965000" y="0"/>
                </a:cubicBezTo>
                <a:cubicBezTo>
                  <a:pt x="5161631" y="35695"/>
                  <a:pt x="5543916" y="6802"/>
                  <a:pt x="5728846" y="0"/>
                </a:cubicBezTo>
                <a:cubicBezTo>
                  <a:pt x="5913776" y="-6802"/>
                  <a:pt x="6142953" y="-21408"/>
                  <a:pt x="6365384" y="0"/>
                </a:cubicBezTo>
                <a:cubicBezTo>
                  <a:pt x="6365239" y="14326"/>
                  <a:pt x="6365102" y="32450"/>
                  <a:pt x="6365384" y="41148"/>
                </a:cubicBezTo>
                <a:cubicBezTo>
                  <a:pt x="6176932" y="14036"/>
                  <a:pt x="5998737" y="24960"/>
                  <a:pt x="5665192" y="41148"/>
                </a:cubicBezTo>
                <a:cubicBezTo>
                  <a:pt x="5331647" y="57336"/>
                  <a:pt x="5198012" y="42331"/>
                  <a:pt x="4901346" y="41148"/>
                </a:cubicBezTo>
                <a:cubicBezTo>
                  <a:pt x="4604680" y="39965"/>
                  <a:pt x="4422932" y="54333"/>
                  <a:pt x="4137500" y="41148"/>
                </a:cubicBezTo>
                <a:cubicBezTo>
                  <a:pt x="3852068" y="27963"/>
                  <a:pt x="3861940" y="40297"/>
                  <a:pt x="3628269" y="41148"/>
                </a:cubicBezTo>
                <a:cubicBezTo>
                  <a:pt x="3394598" y="41999"/>
                  <a:pt x="3177182" y="63967"/>
                  <a:pt x="2991730" y="41148"/>
                </a:cubicBezTo>
                <a:cubicBezTo>
                  <a:pt x="2806278" y="18329"/>
                  <a:pt x="2469344" y="38453"/>
                  <a:pt x="2227884" y="41148"/>
                </a:cubicBezTo>
                <a:cubicBezTo>
                  <a:pt x="1986424" y="43843"/>
                  <a:pt x="1748067" y="20075"/>
                  <a:pt x="1591346" y="41148"/>
                </a:cubicBezTo>
                <a:cubicBezTo>
                  <a:pt x="1434625" y="62221"/>
                  <a:pt x="1307456" y="53379"/>
                  <a:pt x="1145769" y="41148"/>
                </a:cubicBezTo>
                <a:cubicBezTo>
                  <a:pt x="984082" y="28917"/>
                  <a:pt x="800279" y="55363"/>
                  <a:pt x="636538" y="41148"/>
                </a:cubicBezTo>
                <a:cubicBezTo>
                  <a:pt x="472797" y="26933"/>
                  <a:pt x="160022" y="15929"/>
                  <a:pt x="0" y="41148"/>
                </a:cubicBezTo>
                <a:cubicBezTo>
                  <a:pt x="1880" y="28969"/>
                  <a:pt x="-459" y="14024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161">
          <a:extLst>
            <a:ext uri="{FF2B5EF4-FFF2-40B4-BE49-F238E27FC236}">
              <a16:creationId xmlns:a16="http://schemas.microsoft.com/office/drawing/2014/main" id="{B670C327-A39B-CA0C-CC4B-83E942608A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7" name="Rectangle 166">
            <a:extLst>
              <a:ext uri="{FF2B5EF4-FFF2-40B4-BE49-F238E27FC236}">
                <a16:creationId xmlns:a16="http://schemas.microsoft.com/office/drawing/2014/main" id="{93245F62-CCC4-49E4-B95B-EA6C1E7905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8288000" cy="10287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2" name="Google Shape;162;p6">
            <a:extLst>
              <a:ext uri="{FF2B5EF4-FFF2-40B4-BE49-F238E27FC236}">
                <a16:creationId xmlns:a16="http://schemas.microsoft.com/office/drawing/2014/main" id="{84348AD8-CE0F-C266-557C-99588B0A765B}"/>
              </a:ext>
            </a:extLst>
          </p:cNvPr>
          <p:cNvSpPr txBox="1"/>
          <p:nvPr/>
        </p:nvSpPr>
        <p:spPr>
          <a:xfrm>
            <a:off x="958323" y="5366184"/>
            <a:ext cx="16364460" cy="2531721"/>
          </a:xfrm>
          <a:prstGeom prst="rect">
            <a:avLst/>
          </a:prstGeom>
        </p:spPr>
        <p:txBody>
          <a:bodyPr spcFirstLastPara="1" vert="horz" lIns="91440" tIns="45720" rIns="91440" bIns="45720" rtlCol="0" anchor="b" anchorCtr="0">
            <a:normAutofit/>
          </a:bodyPr>
          <a:lstStyle/>
          <a:p>
            <a:pPr marL="0" marR="0" lvl="0" indent="0"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>
                <a:srgbClr val="000000"/>
              </a:buClr>
              <a:buSzPts val="6900"/>
            </a:pPr>
            <a:r>
              <a:rPr lang="en-US" sz="8400" b="0" i="0" u="none" strike="noStrike" kern="1200" cap="none" dirty="0" err="1">
                <a:solidFill>
                  <a:schemeClr val="tx1"/>
                </a:solidFill>
                <a:latin typeface="+mj-lt"/>
                <a:ea typeface="+mj-ea"/>
                <a:cs typeface="+mj-cs"/>
                <a:sym typeface="Impact"/>
              </a:rPr>
              <a:t>Diagnóstico</a:t>
            </a:r>
            <a:r>
              <a:rPr lang="en-US" sz="8400" b="0" i="0" u="none" strike="noStrike" kern="1200" cap="none" dirty="0">
                <a:solidFill>
                  <a:schemeClr val="tx1"/>
                </a:solidFill>
                <a:latin typeface="+mj-lt"/>
                <a:ea typeface="+mj-ea"/>
                <a:cs typeface="+mj-cs"/>
                <a:sym typeface="Impact"/>
              </a:rPr>
              <a:t> de </a:t>
            </a:r>
            <a:r>
              <a:rPr lang="en-US" sz="8400" b="0" i="0" u="none" strike="noStrike" kern="1200" cap="none" dirty="0" err="1">
                <a:solidFill>
                  <a:schemeClr val="tx1"/>
                </a:solidFill>
                <a:latin typeface="+mj-lt"/>
                <a:ea typeface="+mj-ea"/>
                <a:cs typeface="+mj-cs"/>
                <a:sym typeface="Impact"/>
              </a:rPr>
              <a:t>conocimientos</a:t>
            </a:r>
            <a:r>
              <a:rPr lang="en-US" sz="8400" b="0" i="0" u="none" strike="noStrike" kern="1200" cap="none" dirty="0">
                <a:solidFill>
                  <a:schemeClr val="tx1"/>
                </a:solidFill>
                <a:latin typeface="+mj-lt"/>
                <a:ea typeface="+mj-ea"/>
                <a:cs typeface="+mj-cs"/>
                <a:sym typeface="Impact"/>
              </a:rPr>
              <a:t> </a:t>
            </a:r>
            <a:r>
              <a:rPr lang="en-US" sz="8400" b="0" i="0" u="none" strike="noStrike" kern="1200" cap="none" dirty="0" err="1">
                <a:solidFill>
                  <a:schemeClr val="tx1"/>
                </a:solidFill>
                <a:latin typeface="+mj-lt"/>
                <a:ea typeface="+mj-ea"/>
                <a:cs typeface="+mj-cs"/>
                <a:sym typeface="Impact"/>
              </a:rPr>
              <a:t>previos</a:t>
            </a:r>
            <a:endParaRPr lang="en-US" sz="8400" b="0" i="0" u="none" strike="noStrike" kern="1200" cap="none" dirty="0">
              <a:solidFill>
                <a:schemeClr val="tx1"/>
              </a:solidFill>
              <a:latin typeface="+mj-lt"/>
              <a:ea typeface="+mj-ea"/>
              <a:cs typeface="+mj-cs"/>
              <a:sym typeface="Impact"/>
            </a:endParaRPr>
          </a:p>
        </p:txBody>
      </p:sp>
      <p:pic>
        <p:nvPicPr>
          <p:cNvPr id="2" name="Google Shape;184;p8" title="Gemini_Generated_Image_k3gbyrk3gbyrk3gb.png">
            <a:extLst>
              <a:ext uri="{FF2B5EF4-FFF2-40B4-BE49-F238E27FC236}">
                <a16:creationId xmlns:a16="http://schemas.microsoft.com/office/drawing/2014/main" id="{B28F9AFF-ED0B-AB69-7B1F-49C808137262}"/>
              </a:ext>
            </a:extLst>
          </p:cNvPr>
          <p:cNvPicPr preferRelativeResize="0"/>
          <p:nvPr/>
        </p:nvPicPr>
        <p:blipFill rotWithShape="1">
          <a:blip r:embed="rId3"/>
          <a:stretch/>
        </p:blipFill>
        <p:spPr>
          <a:xfrm>
            <a:off x="5836933" y="887505"/>
            <a:ext cx="6607239" cy="4113006"/>
          </a:xfrm>
          <a:prstGeom prst="rect">
            <a:avLst/>
          </a:prstGeom>
          <a:noFill/>
        </p:spPr>
      </p:pic>
      <p:sp>
        <p:nvSpPr>
          <p:cNvPr id="169" name="sketch line">
            <a:extLst>
              <a:ext uri="{FF2B5EF4-FFF2-40B4-BE49-F238E27FC236}">
                <a16:creationId xmlns:a16="http://schemas.microsoft.com/office/drawing/2014/main" id="{E6C0DD6B-6AA3-448F-9B99-8386295BC1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11553" y="8263578"/>
            <a:ext cx="6858000" cy="27432"/>
          </a:xfrm>
          <a:custGeom>
            <a:avLst/>
            <a:gdLst>
              <a:gd name="connsiteX0" fmla="*/ 0 w 6858000"/>
              <a:gd name="connsiteY0" fmla="*/ 0 h 27432"/>
              <a:gd name="connsiteX1" fmla="*/ 685800 w 6858000"/>
              <a:gd name="connsiteY1" fmla="*/ 0 h 27432"/>
              <a:gd name="connsiteX2" fmla="*/ 1440180 w 6858000"/>
              <a:gd name="connsiteY2" fmla="*/ 0 h 27432"/>
              <a:gd name="connsiteX3" fmla="*/ 2057400 w 6858000"/>
              <a:gd name="connsiteY3" fmla="*/ 0 h 27432"/>
              <a:gd name="connsiteX4" fmla="*/ 2606040 w 6858000"/>
              <a:gd name="connsiteY4" fmla="*/ 0 h 27432"/>
              <a:gd name="connsiteX5" fmla="*/ 3154680 w 6858000"/>
              <a:gd name="connsiteY5" fmla="*/ 0 h 27432"/>
              <a:gd name="connsiteX6" fmla="*/ 3634740 w 6858000"/>
              <a:gd name="connsiteY6" fmla="*/ 0 h 27432"/>
              <a:gd name="connsiteX7" fmla="*/ 4457700 w 6858000"/>
              <a:gd name="connsiteY7" fmla="*/ 0 h 27432"/>
              <a:gd name="connsiteX8" fmla="*/ 5280660 w 6858000"/>
              <a:gd name="connsiteY8" fmla="*/ 0 h 27432"/>
              <a:gd name="connsiteX9" fmla="*/ 6103620 w 6858000"/>
              <a:gd name="connsiteY9" fmla="*/ 0 h 27432"/>
              <a:gd name="connsiteX10" fmla="*/ 6858000 w 6858000"/>
              <a:gd name="connsiteY10" fmla="*/ 0 h 27432"/>
              <a:gd name="connsiteX11" fmla="*/ 6858000 w 6858000"/>
              <a:gd name="connsiteY11" fmla="*/ 27432 h 27432"/>
              <a:gd name="connsiteX12" fmla="*/ 6172200 w 6858000"/>
              <a:gd name="connsiteY12" fmla="*/ 27432 h 27432"/>
              <a:gd name="connsiteX13" fmla="*/ 5417820 w 6858000"/>
              <a:gd name="connsiteY13" fmla="*/ 27432 h 27432"/>
              <a:gd name="connsiteX14" fmla="*/ 4937760 w 6858000"/>
              <a:gd name="connsiteY14" fmla="*/ 27432 h 27432"/>
              <a:gd name="connsiteX15" fmla="*/ 4457700 w 6858000"/>
              <a:gd name="connsiteY15" fmla="*/ 27432 h 27432"/>
              <a:gd name="connsiteX16" fmla="*/ 3977640 w 6858000"/>
              <a:gd name="connsiteY16" fmla="*/ 27432 h 27432"/>
              <a:gd name="connsiteX17" fmla="*/ 3429000 w 6858000"/>
              <a:gd name="connsiteY17" fmla="*/ 27432 h 27432"/>
              <a:gd name="connsiteX18" fmla="*/ 2880360 w 6858000"/>
              <a:gd name="connsiteY18" fmla="*/ 27432 h 27432"/>
              <a:gd name="connsiteX19" fmla="*/ 2331720 w 6858000"/>
              <a:gd name="connsiteY19" fmla="*/ 27432 h 27432"/>
              <a:gd name="connsiteX20" fmla="*/ 1783080 w 6858000"/>
              <a:gd name="connsiteY20" fmla="*/ 27432 h 27432"/>
              <a:gd name="connsiteX21" fmla="*/ 1234440 w 6858000"/>
              <a:gd name="connsiteY21" fmla="*/ 27432 h 27432"/>
              <a:gd name="connsiteX22" fmla="*/ 0 w 6858000"/>
              <a:gd name="connsiteY22" fmla="*/ 27432 h 27432"/>
              <a:gd name="connsiteX23" fmla="*/ 0 w 6858000"/>
              <a:gd name="connsiteY23" fmla="*/ 0 h 274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</a:cxnLst>
            <a:rect l="l" t="t" r="r" b="b"/>
            <a:pathLst>
              <a:path w="6858000" h="27432" fill="none" extrusionOk="0">
                <a:moveTo>
                  <a:pt x="0" y="0"/>
                </a:moveTo>
                <a:cubicBezTo>
                  <a:pt x="215590" y="-30068"/>
                  <a:pt x="451130" y="3342"/>
                  <a:pt x="685800" y="0"/>
                </a:cubicBezTo>
                <a:cubicBezTo>
                  <a:pt x="920470" y="-3342"/>
                  <a:pt x="1074689" y="-1124"/>
                  <a:pt x="1440180" y="0"/>
                </a:cubicBezTo>
                <a:cubicBezTo>
                  <a:pt x="1805671" y="1124"/>
                  <a:pt x="1804503" y="24385"/>
                  <a:pt x="2057400" y="0"/>
                </a:cubicBezTo>
                <a:cubicBezTo>
                  <a:pt x="2310297" y="-24385"/>
                  <a:pt x="2441267" y="14201"/>
                  <a:pt x="2606040" y="0"/>
                </a:cubicBezTo>
                <a:cubicBezTo>
                  <a:pt x="2770813" y="-14201"/>
                  <a:pt x="3030077" y="-8591"/>
                  <a:pt x="3154680" y="0"/>
                </a:cubicBezTo>
                <a:cubicBezTo>
                  <a:pt x="3279283" y="8591"/>
                  <a:pt x="3408730" y="2964"/>
                  <a:pt x="3634740" y="0"/>
                </a:cubicBezTo>
                <a:cubicBezTo>
                  <a:pt x="3860750" y="-2964"/>
                  <a:pt x="4113360" y="31645"/>
                  <a:pt x="4457700" y="0"/>
                </a:cubicBezTo>
                <a:cubicBezTo>
                  <a:pt x="4802040" y="-31645"/>
                  <a:pt x="4891056" y="-34232"/>
                  <a:pt x="5280660" y="0"/>
                </a:cubicBezTo>
                <a:cubicBezTo>
                  <a:pt x="5670264" y="34232"/>
                  <a:pt x="5850574" y="-30118"/>
                  <a:pt x="6103620" y="0"/>
                </a:cubicBezTo>
                <a:cubicBezTo>
                  <a:pt x="6356666" y="30118"/>
                  <a:pt x="6500548" y="26566"/>
                  <a:pt x="6858000" y="0"/>
                </a:cubicBezTo>
                <a:cubicBezTo>
                  <a:pt x="6858934" y="12270"/>
                  <a:pt x="6856937" y="20068"/>
                  <a:pt x="6858000" y="27432"/>
                </a:cubicBezTo>
                <a:cubicBezTo>
                  <a:pt x="6631559" y="18669"/>
                  <a:pt x="6328621" y="9880"/>
                  <a:pt x="6172200" y="27432"/>
                </a:cubicBezTo>
                <a:cubicBezTo>
                  <a:pt x="6015779" y="44984"/>
                  <a:pt x="5587593" y="50957"/>
                  <a:pt x="5417820" y="27432"/>
                </a:cubicBezTo>
                <a:cubicBezTo>
                  <a:pt x="5248047" y="3907"/>
                  <a:pt x="5064249" y="35470"/>
                  <a:pt x="4937760" y="27432"/>
                </a:cubicBezTo>
                <a:cubicBezTo>
                  <a:pt x="4811271" y="19394"/>
                  <a:pt x="4608241" y="38748"/>
                  <a:pt x="4457700" y="27432"/>
                </a:cubicBezTo>
                <a:cubicBezTo>
                  <a:pt x="4307159" y="16116"/>
                  <a:pt x="4159191" y="16480"/>
                  <a:pt x="3977640" y="27432"/>
                </a:cubicBezTo>
                <a:cubicBezTo>
                  <a:pt x="3796089" y="38384"/>
                  <a:pt x="3667146" y="13299"/>
                  <a:pt x="3429000" y="27432"/>
                </a:cubicBezTo>
                <a:cubicBezTo>
                  <a:pt x="3190854" y="41565"/>
                  <a:pt x="3107099" y="22812"/>
                  <a:pt x="2880360" y="27432"/>
                </a:cubicBezTo>
                <a:cubicBezTo>
                  <a:pt x="2653621" y="32052"/>
                  <a:pt x="2590509" y="47999"/>
                  <a:pt x="2331720" y="27432"/>
                </a:cubicBezTo>
                <a:cubicBezTo>
                  <a:pt x="2072931" y="6865"/>
                  <a:pt x="1918868" y="13213"/>
                  <a:pt x="1783080" y="27432"/>
                </a:cubicBezTo>
                <a:cubicBezTo>
                  <a:pt x="1647292" y="41651"/>
                  <a:pt x="1435571" y="28957"/>
                  <a:pt x="1234440" y="27432"/>
                </a:cubicBezTo>
                <a:cubicBezTo>
                  <a:pt x="1033309" y="25907"/>
                  <a:pt x="360779" y="-20159"/>
                  <a:pt x="0" y="27432"/>
                </a:cubicBezTo>
                <a:cubicBezTo>
                  <a:pt x="-1194" y="21937"/>
                  <a:pt x="1202" y="7917"/>
                  <a:pt x="0" y="0"/>
                </a:cubicBezTo>
                <a:close/>
              </a:path>
              <a:path w="6858000" h="27432" stroke="0" extrusionOk="0">
                <a:moveTo>
                  <a:pt x="0" y="0"/>
                </a:moveTo>
                <a:cubicBezTo>
                  <a:pt x="199753" y="11129"/>
                  <a:pt x="427543" y="-24377"/>
                  <a:pt x="548640" y="0"/>
                </a:cubicBezTo>
                <a:cubicBezTo>
                  <a:pt x="669737" y="24377"/>
                  <a:pt x="858975" y="-6980"/>
                  <a:pt x="1028700" y="0"/>
                </a:cubicBezTo>
                <a:cubicBezTo>
                  <a:pt x="1198425" y="6980"/>
                  <a:pt x="1339223" y="9579"/>
                  <a:pt x="1577340" y="0"/>
                </a:cubicBezTo>
                <a:cubicBezTo>
                  <a:pt x="1815457" y="-9579"/>
                  <a:pt x="1981259" y="26161"/>
                  <a:pt x="2263140" y="0"/>
                </a:cubicBezTo>
                <a:cubicBezTo>
                  <a:pt x="2545021" y="-26161"/>
                  <a:pt x="2797354" y="3173"/>
                  <a:pt x="3017520" y="0"/>
                </a:cubicBezTo>
                <a:cubicBezTo>
                  <a:pt x="3237686" y="-3173"/>
                  <a:pt x="3502108" y="34170"/>
                  <a:pt x="3840480" y="0"/>
                </a:cubicBezTo>
                <a:cubicBezTo>
                  <a:pt x="4178852" y="-34170"/>
                  <a:pt x="4330073" y="24591"/>
                  <a:pt x="4663440" y="0"/>
                </a:cubicBezTo>
                <a:cubicBezTo>
                  <a:pt x="4996807" y="-24591"/>
                  <a:pt x="5064374" y="-9832"/>
                  <a:pt x="5280660" y="0"/>
                </a:cubicBezTo>
                <a:cubicBezTo>
                  <a:pt x="5496946" y="9832"/>
                  <a:pt x="5660598" y="-22499"/>
                  <a:pt x="6035040" y="0"/>
                </a:cubicBezTo>
                <a:cubicBezTo>
                  <a:pt x="6409482" y="22499"/>
                  <a:pt x="6465852" y="8665"/>
                  <a:pt x="6858000" y="0"/>
                </a:cubicBezTo>
                <a:cubicBezTo>
                  <a:pt x="6858316" y="13405"/>
                  <a:pt x="6858486" y="14360"/>
                  <a:pt x="6858000" y="27432"/>
                </a:cubicBezTo>
                <a:cubicBezTo>
                  <a:pt x="6561421" y="57414"/>
                  <a:pt x="6483029" y="41776"/>
                  <a:pt x="6172200" y="27432"/>
                </a:cubicBezTo>
                <a:cubicBezTo>
                  <a:pt x="5861371" y="13088"/>
                  <a:pt x="5665550" y="52650"/>
                  <a:pt x="5417820" y="27432"/>
                </a:cubicBezTo>
                <a:cubicBezTo>
                  <a:pt x="5170090" y="2214"/>
                  <a:pt x="4952853" y="56369"/>
                  <a:pt x="4800600" y="27432"/>
                </a:cubicBezTo>
                <a:cubicBezTo>
                  <a:pt x="4648347" y="-1505"/>
                  <a:pt x="4376162" y="9762"/>
                  <a:pt x="4183380" y="27432"/>
                </a:cubicBezTo>
                <a:cubicBezTo>
                  <a:pt x="3990598" y="45102"/>
                  <a:pt x="3680061" y="65071"/>
                  <a:pt x="3360420" y="27432"/>
                </a:cubicBezTo>
                <a:cubicBezTo>
                  <a:pt x="3040779" y="-10207"/>
                  <a:pt x="3085116" y="25176"/>
                  <a:pt x="2811780" y="27432"/>
                </a:cubicBezTo>
                <a:cubicBezTo>
                  <a:pt x="2538444" y="29688"/>
                  <a:pt x="2242657" y="48552"/>
                  <a:pt x="2057400" y="27432"/>
                </a:cubicBezTo>
                <a:cubicBezTo>
                  <a:pt x="1872143" y="6312"/>
                  <a:pt x="1686102" y="29937"/>
                  <a:pt x="1577340" y="27432"/>
                </a:cubicBezTo>
                <a:cubicBezTo>
                  <a:pt x="1468578" y="24927"/>
                  <a:pt x="1195030" y="38035"/>
                  <a:pt x="891540" y="27432"/>
                </a:cubicBezTo>
                <a:cubicBezTo>
                  <a:pt x="588050" y="16829"/>
                  <a:pt x="299230" y="-3970"/>
                  <a:pt x="0" y="27432"/>
                </a:cubicBezTo>
                <a:cubicBezTo>
                  <a:pt x="-116" y="21844"/>
                  <a:pt x="591" y="6534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Google Shape;162;p6">
            <a:extLst>
              <a:ext uri="{FF2B5EF4-FFF2-40B4-BE49-F238E27FC236}">
                <a16:creationId xmlns:a16="http://schemas.microsoft.com/office/drawing/2014/main" id="{ABBBD734-290A-0896-62C4-114A770067F6}"/>
              </a:ext>
            </a:extLst>
          </p:cNvPr>
          <p:cNvSpPr txBox="1"/>
          <p:nvPr/>
        </p:nvSpPr>
        <p:spPr>
          <a:xfrm>
            <a:off x="958322" y="8373306"/>
            <a:ext cx="16364460" cy="973296"/>
          </a:xfrm>
          <a:prstGeom prst="rect">
            <a:avLst/>
          </a:prstGeom>
        </p:spPr>
        <p:txBody>
          <a:bodyPr spcFirstLastPara="1" vert="horz" lIns="91440" tIns="45720" rIns="91440" bIns="45720" rtlCol="0" anchor="b" anchorCtr="0">
            <a:normAutofit/>
          </a:bodyPr>
          <a:lstStyle/>
          <a:p>
            <a:pPr lvl="0"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SzPts val="6900"/>
            </a:pPr>
            <a:r>
              <a:rPr lang="en-US" sz="2400" kern="1200" dirty="0">
                <a:solidFill>
                  <a:schemeClr val="tx1"/>
                </a:solidFill>
                <a:latin typeface="+mj-lt"/>
                <a:ea typeface="+mj-ea"/>
                <a:cs typeface="+mj-cs"/>
                <a:sym typeface="Impact"/>
              </a:rPr>
              <a:t>https://create.kahoot.it/share/diagnostico-de-conocimientos-previos-bases2/db6bebdd-1a55-4cd0-9647-58b6c5848a22</a:t>
            </a:r>
            <a:endParaRPr lang="en-US" sz="2400" b="0" i="0" u="none" strike="noStrike" kern="1200" cap="none" dirty="0">
              <a:solidFill>
                <a:schemeClr val="tx1"/>
              </a:solidFill>
              <a:latin typeface="+mj-lt"/>
              <a:ea typeface="+mj-ea"/>
              <a:cs typeface="+mj-cs"/>
              <a:sym typeface="Impact"/>
            </a:endParaRPr>
          </a:p>
        </p:txBody>
      </p:sp>
    </p:spTree>
    <p:extLst>
      <p:ext uri="{BB962C8B-B14F-4D97-AF65-F5344CB8AC3E}">
        <p14:creationId xmlns:p14="http://schemas.microsoft.com/office/powerpoint/2010/main" val="32871260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161">
          <a:extLst>
            <a:ext uri="{FF2B5EF4-FFF2-40B4-BE49-F238E27FC236}">
              <a16:creationId xmlns:a16="http://schemas.microsoft.com/office/drawing/2014/main" id="{F1507CD2-7497-52D4-0C04-A44FF64734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7" name="Rectangle 166">
            <a:extLst>
              <a:ext uri="{FF2B5EF4-FFF2-40B4-BE49-F238E27FC236}">
                <a16:creationId xmlns:a16="http://schemas.microsoft.com/office/drawing/2014/main" id="{337940BB-FBC4-492E-BD92-3B7B914D0E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8288000" cy="10287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2" name="Google Shape;162;p6">
            <a:extLst>
              <a:ext uri="{FF2B5EF4-FFF2-40B4-BE49-F238E27FC236}">
                <a16:creationId xmlns:a16="http://schemas.microsoft.com/office/drawing/2014/main" id="{6FD813C6-6693-41E0-5435-B3197EF8A1BA}"/>
              </a:ext>
            </a:extLst>
          </p:cNvPr>
          <p:cNvSpPr txBox="1"/>
          <p:nvPr/>
        </p:nvSpPr>
        <p:spPr>
          <a:xfrm>
            <a:off x="7280982" y="480061"/>
            <a:ext cx="10060626" cy="5839002"/>
          </a:xfrm>
          <a:prstGeom prst="rect">
            <a:avLst/>
          </a:prstGeom>
        </p:spPr>
        <p:txBody>
          <a:bodyPr spcFirstLastPara="1" vert="horz" lIns="91440" tIns="45720" rIns="91440" bIns="45720" rtlCol="0" anchor="b" anchorCtr="0">
            <a:normAutofit/>
          </a:bodyPr>
          <a:lstStyle/>
          <a:p>
            <a:pPr marL="0" marR="0" lvl="0" inden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>
                <a:srgbClr val="000000"/>
              </a:buClr>
              <a:buSzPts val="6900"/>
            </a:pPr>
            <a:r>
              <a:rPr lang="en-US" sz="9900" b="0" i="0" u="none" strike="noStrike" kern="1200" cap="none">
                <a:solidFill>
                  <a:schemeClr val="tx1"/>
                </a:solidFill>
                <a:latin typeface="+mj-lt"/>
                <a:ea typeface="+mj-ea"/>
                <a:cs typeface="+mj-cs"/>
                <a:sym typeface="Impact"/>
              </a:rPr>
              <a:t>Presentación del programa del curso</a:t>
            </a:r>
          </a:p>
        </p:txBody>
      </p:sp>
      <p:pic>
        <p:nvPicPr>
          <p:cNvPr id="2" name="Google Shape;192;g364f262177b_0_2" title="Gemini_Generated_Image_u2i06ou2i06ou2i0.png">
            <a:extLst>
              <a:ext uri="{FF2B5EF4-FFF2-40B4-BE49-F238E27FC236}">
                <a16:creationId xmlns:a16="http://schemas.microsoft.com/office/drawing/2014/main" id="{160668C6-7FE5-4190-0C04-AF91F613317D}"/>
              </a:ext>
            </a:extLst>
          </p:cNvPr>
          <p:cNvPicPr preferRelativeResize="0"/>
          <p:nvPr/>
        </p:nvPicPr>
        <p:blipFill>
          <a:blip r:embed="rId3"/>
          <a:stretch>
            <a:fillRect/>
          </a:stretch>
        </p:blipFill>
        <p:spPr>
          <a:xfrm>
            <a:off x="480060" y="705547"/>
            <a:ext cx="6131052" cy="8398702"/>
          </a:xfrm>
          <a:prstGeom prst="rect">
            <a:avLst/>
          </a:prstGeom>
          <a:noFill/>
        </p:spPr>
      </p:pic>
      <p:sp>
        <p:nvSpPr>
          <p:cNvPr id="169" name="sketch line">
            <a:extLst>
              <a:ext uri="{FF2B5EF4-FFF2-40B4-BE49-F238E27FC236}">
                <a16:creationId xmlns:a16="http://schemas.microsoft.com/office/drawing/2014/main" id="{3FCFB1DE-0B7E-48CC-BA90-B2AB0889F9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280980" y="6613900"/>
            <a:ext cx="6365384" cy="41148"/>
          </a:xfrm>
          <a:custGeom>
            <a:avLst/>
            <a:gdLst>
              <a:gd name="connsiteX0" fmla="*/ 0 w 6365384"/>
              <a:gd name="connsiteY0" fmla="*/ 0 h 41148"/>
              <a:gd name="connsiteX1" fmla="*/ 636538 w 6365384"/>
              <a:gd name="connsiteY1" fmla="*/ 0 h 41148"/>
              <a:gd name="connsiteX2" fmla="*/ 1273077 w 6365384"/>
              <a:gd name="connsiteY2" fmla="*/ 0 h 41148"/>
              <a:gd name="connsiteX3" fmla="*/ 1909615 w 6365384"/>
              <a:gd name="connsiteY3" fmla="*/ 0 h 41148"/>
              <a:gd name="connsiteX4" fmla="*/ 2673461 w 6365384"/>
              <a:gd name="connsiteY4" fmla="*/ 0 h 41148"/>
              <a:gd name="connsiteX5" fmla="*/ 3373654 w 6365384"/>
              <a:gd name="connsiteY5" fmla="*/ 0 h 41148"/>
              <a:gd name="connsiteX6" fmla="*/ 3819230 w 6365384"/>
              <a:gd name="connsiteY6" fmla="*/ 0 h 41148"/>
              <a:gd name="connsiteX7" fmla="*/ 4392115 w 6365384"/>
              <a:gd name="connsiteY7" fmla="*/ 0 h 41148"/>
              <a:gd name="connsiteX8" fmla="*/ 5155961 w 6365384"/>
              <a:gd name="connsiteY8" fmla="*/ 0 h 41148"/>
              <a:gd name="connsiteX9" fmla="*/ 5792499 w 6365384"/>
              <a:gd name="connsiteY9" fmla="*/ 0 h 41148"/>
              <a:gd name="connsiteX10" fmla="*/ 6365384 w 6365384"/>
              <a:gd name="connsiteY10" fmla="*/ 0 h 41148"/>
              <a:gd name="connsiteX11" fmla="*/ 6365384 w 6365384"/>
              <a:gd name="connsiteY11" fmla="*/ 41148 h 41148"/>
              <a:gd name="connsiteX12" fmla="*/ 5856153 w 6365384"/>
              <a:gd name="connsiteY12" fmla="*/ 41148 h 41148"/>
              <a:gd name="connsiteX13" fmla="*/ 5092307 w 6365384"/>
              <a:gd name="connsiteY13" fmla="*/ 41148 h 41148"/>
              <a:gd name="connsiteX14" fmla="*/ 4583076 w 6365384"/>
              <a:gd name="connsiteY14" fmla="*/ 41148 h 41148"/>
              <a:gd name="connsiteX15" fmla="*/ 4137500 w 6365384"/>
              <a:gd name="connsiteY15" fmla="*/ 41148 h 41148"/>
              <a:gd name="connsiteX16" fmla="*/ 3691923 w 6365384"/>
              <a:gd name="connsiteY16" fmla="*/ 41148 h 41148"/>
              <a:gd name="connsiteX17" fmla="*/ 2991730 w 6365384"/>
              <a:gd name="connsiteY17" fmla="*/ 41148 h 41148"/>
              <a:gd name="connsiteX18" fmla="*/ 2546154 w 6365384"/>
              <a:gd name="connsiteY18" fmla="*/ 41148 h 41148"/>
              <a:gd name="connsiteX19" fmla="*/ 1909615 w 6365384"/>
              <a:gd name="connsiteY19" fmla="*/ 41148 h 41148"/>
              <a:gd name="connsiteX20" fmla="*/ 1400384 w 6365384"/>
              <a:gd name="connsiteY20" fmla="*/ 41148 h 41148"/>
              <a:gd name="connsiteX21" fmla="*/ 763846 w 6365384"/>
              <a:gd name="connsiteY21" fmla="*/ 41148 h 41148"/>
              <a:gd name="connsiteX22" fmla="*/ 0 w 6365384"/>
              <a:gd name="connsiteY22" fmla="*/ 41148 h 41148"/>
              <a:gd name="connsiteX23" fmla="*/ 0 w 6365384"/>
              <a:gd name="connsiteY23" fmla="*/ 0 h 41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</a:cxnLst>
            <a:rect l="l" t="t" r="r" b="b"/>
            <a:pathLst>
              <a:path w="6365384" h="41148" fill="none" extrusionOk="0">
                <a:moveTo>
                  <a:pt x="0" y="0"/>
                </a:moveTo>
                <a:cubicBezTo>
                  <a:pt x="305169" y="21509"/>
                  <a:pt x="334704" y="-24261"/>
                  <a:pt x="636538" y="0"/>
                </a:cubicBezTo>
                <a:cubicBezTo>
                  <a:pt x="938372" y="24261"/>
                  <a:pt x="1068606" y="2269"/>
                  <a:pt x="1273077" y="0"/>
                </a:cubicBezTo>
                <a:cubicBezTo>
                  <a:pt x="1477548" y="-2269"/>
                  <a:pt x="1738189" y="6272"/>
                  <a:pt x="1909615" y="0"/>
                </a:cubicBezTo>
                <a:cubicBezTo>
                  <a:pt x="2081041" y="-6272"/>
                  <a:pt x="2377015" y="16623"/>
                  <a:pt x="2673461" y="0"/>
                </a:cubicBezTo>
                <a:cubicBezTo>
                  <a:pt x="2969907" y="-16623"/>
                  <a:pt x="3125491" y="11823"/>
                  <a:pt x="3373654" y="0"/>
                </a:cubicBezTo>
                <a:cubicBezTo>
                  <a:pt x="3621817" y="-11823"/>
                  <a:pt x="3711452" y="18735"/>
                  <a:pt x="3819230" y="0"/>
                </a:cubicBezTo>
                <a:cubicBezTo>
                  <a:pt x="3927008" y="-18735"/>
                  <a:pt x="4138245" y="-11407"/>
                  <a:pt x="4392115" y="0"/>
                </a:cubicBezTo>
                <a:cubicBezTo>
                  <a:pt x="4645986" y="11407"/>
                  <a:pt x="4974507" y="12257"/>
                  <a:pt x="5155961" y="0"/>
                </a:cubicBezTo>
                <a:cubicBezTo>
                  <a:pt x="5337415" y="-12257"/>
                  <a:pt x="5591096" y="-21687"/>
                  <a:pt x="5792499" y="0"/>
                </a:cubicBezTo>
                <a:cubicBezTo>
                  <a:pt x="5993902" y="21687"/>
                  <a:pt x="6160118" y="-98"/>
                  <a:pt x="6365384" y="0"/>
                </a:cubicBezTo>
                <a:cubicBezTo>
                  <a:pt x="6364440" y="20356"/>
                  <a:pt x="6363778" y="26678"/>
                  <a:pt x="6365384" y="41148"/>
                </a:cubicBezTo>
                <a:cubicBezTo>
                  <a:pt x="6132223" y="42020"/>
                  <a:pt x="6011987" y="15787"/>
                  <a:pt x="5856153" y="41148"/>
                </a:cubicBezTo>
                <a:cubicBezTo>
                  <a:pt x="5700319" y="66509"/>
                  <a:pt x="5410733" y="19073"/>
                  <a:pt x="5092307" y="41148"/>
                </a:cubicBezTo>
                <a:cubicBezTo>
                  <a:pt x="4773881" y="63223"/>
                  <a:pt x="4710933" y="22872"/>
                  <a:pt x="4583076" y="41148"/>
                </a:cubicBezTo>
                <a:cubicBezTo>
                  <a:pt x="4455219" y="59424"/>
                  <a:pt x="4239501" y="47297"/>
                  <a:pt x="4137500" y="41148"/>
                </a:cubicBezTo>
                <a:cubicBezTo>
                  <a:pt x="4035499" y="34999"/>
                  <a:pt x="3883666" y="45728"/>
                  <a:pt x="3691923" y="41148"/>
                </a:cubicBezTo>
                <a:cubicBezTo>
                  <a:pt x="3500180" y="36568"/>
                  <a:pt x="3267574" y="13814"/>
                  <a:pt x="2991730" y="41148"/>
                </a:cubicBezTo>
                <a:cubicBezTo>
                  <a:pt x="2715886" y="68482"/>
                  <a:pt x="2749701" y="42484"/>
                  <a:pt x="2546154" y="41148"/>
                </a:cubicBezTo>
                <a:cubicBezTo>
                  <a:pt x="2342607" y="39812"/>
                  <a:pt x="2112433" y="15568"/>
                  <a:pt x="1909615" y="41148"/>
                </a:cubicBezTo>
                <a:cubicBezTo>
                  <a:pt x="1706797" y="66728"/>
                  <a:pt x="1634641" y="62032"/>
                  <a:pt x="1400384" y="41148"/>
                </a:cubicBezTo>
                <a:cubicBezTo>
                  <a:pt x="1166127" y="20264"/>
                  <a:pt x="1068288" y="29492"/>
                  <a:pt x="763846" y="41148"/>
                </a:cubicBezTo>
                <a:cubicBezTo>
                  <a:pt x="459404" y="52804"/>
                  <a:pt x="170017" y="28231"/>
                  <a:pt x="0" y="41148"/>
                </a:cubicBezTo>
                <a:cubicBezTo>
                  <a:pt x="672" y="31895"/>
                  <a:pt x="-1203" y="14238"/>
                  <a:pt x="0" y="0"/>
                </a:cubicBezTo>
                <a:close/>
              </a:path>
              <a:path w="6365384" h="41148" stroke="0" extrusionOk="0">
                <a:moveTo>
                  <a:pt x="0" y="0"/>
                </a:moveTo>
                <a:cubicBezTo>
                  <a:pt x="284299" y="-4796"/>
                  <a:pt x="337491" y="7899"/>
                  <a:pt x="572885" y="0"/>
                </a:cubicBezTo>
                <a:cubicBezTo>
                  <a:pt x="808280" y="-7899"/>
                  <a:pt x="840075" y="-3902"/>
                  <a:pt x="1018461" y="0"/>
                </a:cubicBezTo>
                <a:cubicBezTo>
                  <a:pt x="1196847" y="3902"/>
                  <a:pt x="1588872" y="4237"/>
                  <a:pt x="1782308" y="0"/>
                </a:cubicBezTo>
                <a:cubicBezTo>
                  <a:pt x="1975744" y="-4237"/>
                  <a:pt x="2153382" y="5526"/>
                  <a:pt x="2355192" y="0"/>
                </a:cubicBezTo>
                <a:cubicBezTo>
                  <a:pt x="2557002" y="-5526"/>
                  <a:pt x="2788412" y="22339"/>
                  <a:pt x="2928077" y="0"/>
                </a:cubicBezTo>
                <a:cubicBezTo>
                  <a:pt x="3067743" y="-22339"/>
                  <a:pt x="3321538" y="819"/>
                  <a:pt x="3691923" y="0"/>
                </a:cubicBezTo>
                <a:cubicBezTo>
                  <a:pt x="4062308" y="-819"/>
                  <a:pt x="4075359" y="-12992"/>
                  <a:pt x="4201153" y="0"/>
                </a:cubicBezTo>
                <a:cubicBezTo>
                  <a:pt x="4326947" y="12992"/>
                  <a:pt x="4768369" y="-35695"/>
                  <a:pt x="4965000" y="0"/>
                </a:cubicBezTo>
                <a:cubicBezTo>
                  <a:pt x="5161631" y="35695"/>
                  <a:pt x="5543916" y="6802"/>
                  <a:pt x="5728846" y="0"/>
                </a:cubicBezTo>
                <a:cubicBezTo>
                  <a:pt x="5913776" y="-6802"/>
                  <a:pt x="6142953" y="-21408"/>
                  <a:pt x="6365384" y="0"/>
                </a:cubicBezTo>
                <a:cubicBezTo>
                  <a:pt x="6365239" y="14326"/>
                  <a:pt x="6365102" y="32450"/>
                  <a:pt x="6365384" y="41148"/>
                </a:cubicBezTo>
                <a:cubicBezTo>
                  <a:pt x="6176932" y="14036"/>
                  <a:pt x="5998737" y="24960"/>
                  <a:pt x="5665192" y="41148"/>
                </a:cubicBezTo>
                <a:cubicBezTo>
                  <a:pt x="5331647" y="57336"/>
                  <a:pt x="5198012" y="42331"/>
                  <a:pt x="4901346" y="41148"/>
                </a:cubicBezTo>
                <a:cubicBezTo>
                  <a:pt x="4604680" y="39965"/>
                  <a:pt x="4422932" y="54333"/>
                  <a:pt x="4137500" y="41148"/>
                </a:cubicBezTo>
                <a:cubicBezTo>
                  <a:pt x="3852068" y="27963"/>
                  <a:pt x="3861940" y="40297"/>
                  <a:pt x="3628269" y="41148"/>
                </a:cubicBezTo>
                <a:cubicBezTo>
                  <a:pt x="3394598" y="41999"/>
                  <a:pt x="3177182" y="63967"/>
                  <a:pt x="2991730" y="41148"/>
                </a:cubicBezTo>
                <a:cubicBezTo>
                  <a:pt x="2806278" y="18329"/>
                  <a:pt x="2469344" y="38453"/>
                  <a:pt x="2227884" y="41148"/>
                </a:cubicBezTo>
                <a:cubicBezTo>
                  <a:pt x="1986424" y="43843"/>
                  <a:pt x="1748067" y="20075"/>
                  <a:pt x="1591346" y="41148"/>
                </a:cubicBezTo>
                <a:cubicBezTo>
                  <a:pt x="1434625" y="62221"/>
                  <a:pt x="1307456" y="53379"/>
                  <a:pt x="1145769" y="41148"/>
                </a:cubicBezTo>
                <a:cubicBezTo>
                  <a:pt x="984082" y="28917"/>
                  <a:pt x="800279" y="55363"/>
                  <a:pt x="636538" y="41148"/>
                </a:cubicBezTo>
                <a:cubicBezTo>
                  <a:pt x="472797" y="26933"/>
                  <a:pt x="160022" y="15929"/>
                  <a:pt x="0" y="41148"/>
                </a:cubicBezTo>
                <a:cubicBezTo>
                  <a:pt x="1880" y="28969"/>
                  <a:pt x="-459" y="14024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022116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161">
          <a:extLst>
            <a:ext uri="{FF2B5EF4-FFF2-40B4-BE49-F238E27FC236}">
              <a16:creationId xmlns:a16="http://schemas.microsoft.com/office/drawing/2014/main" id="{0108AC21-66EB-63EA-08BA-A6EB3C8377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7" name="Rectangle 166">
            <a:extLst>
              <a:ext uri="{FF2B5EF4-FFF2-40B4-BE49-F238E27FC236}">
                <a16:creationId xmlns:a16="http://schemas.microsoft.com/office/drawing/2014/main" id="{9B7AD9F6-8CE7-4299-8FC6-328F4DCD3F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8283428" cy="10287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2" name="Google Shape;162;p6">
            <a:extLst>
              <a:ext uri="{FF2B5EF4-FFF2-40B4-BE49-F238E27FC236}">
                <a16:creationId xmlns:a16="http://schemas.microsoft.com/office/drawing/2014/main" id="{122B792A-85F5-F45D-A842-9FBAF5058563}"/>
              </a:ext>
            </a:extLst>
          </p:cNvPr>
          <p:cNvSpPr txBox="1"/>
          <p:nvPr/>
        </p:nvSpPr>
        <p:spPr>
          <a:xfrm>
            <a:off x="7946643" y="960120"/>
            <a:ext cx="9376665" cy="5349240"/>
          </a:xfrm>
          <a:prstGeom prst="rect">
            <a:avLst/>
          </a:prstGeom>
        </p:spPr>
        <p:txBody>
          <a:bodyPr spcFirstLastPara="1" vert="horz" lIns="91440" tIns="45720" rIns="91440" bIns="45720" rtlCol="0" anchor="b" anchorCtr="0">
            <a:normAutofit/>
          </a:bodyPr>
          <a:lstStyle/>
          <a:p>
            <a:pPr marL="0" marR="0" lvl="0" inden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>
                <a:srgbClr val="000000"/>
              </a:buClr>
              <a:buSzPts val="6900"/>
            </a:pPr>
            <a:r>
              <a:rPr lang="en-US" sz="8100" b="0" i="0" u="none" strike="noStrike" kern="1200" cap="none" dirty="0" err="1">
                <a:solidFill>
                  <a:schemeClr val="tx1"/>
                </a:solidFill>
                <a:latin typeface="+mj-lt"/>
                <a:ea typeface="+mj-ea"/>
                <a:cs typeface="+mj-cs"/>
                <a:sym typeface="Impact"/>
              </a:rPr>
              <a:t>Diagnóstico</a:t>
            </a:r>
            <a:r>
              <a:rPr lang="en-US" sz="8100" b="0" i="0" u="none" strike="noStrike" kern="1200" cap="none" dirty="0">
                <a:solidFill>
                  <a:schemeClr val="tx1"/>
                </a:solidFill>
                <a:latin typeface="+mj-lt"/>
                <a:ea typeface="+mj-ea"/>
                <a:cs typeface="+mj-cs"/>
                <a:sym typeface="Impact"/>
              </a:rPr>
              <a:t> del nuevo </a:t>
            </a:r>
            <a:r>
              <a:rPr lang="en-US" sz="8100" b="0" i="0" u="none" strike="noStrike" kern="1200" cap="none" dirty="0" err="1">
                <a:solidFill>
                  <a:schemeClr val="tx1"/>
                </a:solidFill>
                <a:latin typeface="+mj-lt"/>
                <a:ea typeface="+mj-ea"/>
                <a:cs typeface="+mj-cs"/>
                <a:sym typeface="Impact"/>
              </a:rPr>
              <a:t>laboratorio</a:t>
            </a:r>
            <a:endParaRPr lang="en-US" sz="8100" b="0" i="0" u="none" strike="noStrike" kern="1200" cap="none" dirty="0">
              <a:solidFill>
                <a:schemeClr val="tx1"/>
              </a:solidFill>
              <a:latin typeface="+mj-lt"/>
              <a:ea typeface="+mj-ea"/>
              <a:cs typeface="+mj-cs"/>
              <a:sym typeface="Impact"/>
            </a:endParaRPr>
          </a:p>
        </p:txBody>
      </p:sp>
      <p:pic>
        <p:nvPicPr>
          <p:cNvPr id="2" name="Google Shape;184;p8" title="Gemini_Generated_Image_k3gbyrk3gbyrk3gb.png">
            <a:extLst>
              <a:ext uri="{FF2B5EF4-FFF2-40B4-BE49-F238E27FC236}">
                <a16:creationId xmlns:a16="http://schemas.microsoft.com/office/drawing/2014/main" id="{A7B6C708-AD6C-0C0C-601A-2F90636B4522}"/>
              </a:ext>
            </a:extLst>
          </p:cNvPr>
          <p:cNvPicPr preferRelativeResize="0"/>
          <p:nvPr/>
        </p:nvPicPr>
        <p:blipFill rotWithShape="1">
          <a:blip r:embed="rId3"/>
          <a:srcRect l="29297" r="28428" b="-1"/>
          <a:stretch>
            <a:fillRect/>
          </a:stretch>
        </p:blipFill>
        <p:spPr>
          <a:xfrm>
            <a:off x="1372397" y="1673352"/>
            <a:ext cx="5029199" cy="6940296"/>
          </a:xfrm>
          <a:custGeom>
            <a:avLst/>
            <a:gdLst/>
            <a:ahLst/>
            <a:cxnLst/>
            <a:rect l="l" t="t" r="r" b="b"/>
            <a:pathLst>
              <a:path w="4657344" h="6858000">
                <a:moveTo>
                  <a:pt x="0" y="0"/>
                </a:moveTo>
                <a:lnTo>
                  <a:pt x="3429755" y="0"/>
                </a:lnTo>
                <a:lnTo>
                  <a:pt x="3526016" y="148742"/>
                </a:lnTo>
                <a:cubicBezTo>
                  <a:pt x="3657740" y="365513"/>
                  <a:pt x="3777402" y="589569"/>
                  <a:pt x="3886489" y="819975"/>
                </a:cubicBezTo>
                <a:cubicBezTo>
                  <a:pt x="3891856" y="833492"/>
                  <a:pt x="3900663" y="845393"/>
                  <a:pt x="3912049" y="854514"/>
                </a:cubicBezTo>
                <a:cubicBezTo>
                  <a:pt x="3897352" y="819849"/>
                  <a:pt x="3883037" y="784928"/>
                  <a:pt x="3868083" y="750263"/>
                </a:cubicBezTo>
                <a:cubicBezTo>
                  <a:pt x="3806989" y="608712"/>
                  <a:pt x="3742478" y="469145"/>
                  <a:pt x="3674155" y="331786"/>
                </a:cubicBezTo>
                <a:lnTo>
                  <a:pt x="3496656" y="0"/>
                </a:lnTo>
                <a:lnTo>
                  <a:pt x="3554371" y="0"/>
                </a:lnTo>
                <a:lnTo>
                  <a:pt x="3661621" y="196614"/>
                </a:lnTo>
                <a:cubicBezTo>
                  <a:pt x="3856899" y="573253"/>
                  <a:pt x="4021071" y="966066"/>
                  <a:pt x="4161279" y="1371196"/>
                </a:cubicBezTo>
                <a:cubicBezTo>
                  <a:pt x="4379525" y="2007265"/>
                  <a:pt x="4530141" y="2664286"/>
                  <a:pt x="4610660" y="3331516"/>
                </a:cubicBezTo>
                <a:cubicBezTo>
                  <a:pt x="4652837" y="3672965"/>
                  <a:pt x="4671625" y="4013908"/>
                  <a:pt x="4645040" y="4357388"/>
                </a:cubicBezTo>
                <a:cubicBezTo>
                  <a:pt x="4613599" y="4758899"/>
                  <a:pt x="4566181" y="5157998"/>
                  <a:pt x="4485789" y="5552906"/>
                </a:cubicBezTo>
                <a:cubicBezTo>
                  <a:pt x="4397121" y="5988893"/>
                  <a:pt x="4276748" y="6414594"/>
                  <a:pt x="4117769" y="6828295"/>
                </a:cubicBezTo>
                <a:lnTo>
                  <a:pt x="4105288" y="6858000"/>
                </a:lnTo>
                <a:lnTo>
                  <a:pt x="4052520" y="6858000"/>
                </a:lnTo>
                <a:lnTo>
                  <a:pt x="4059369" y="6841549"/>
                </a:lnTo>
                <a:cubicBezTo>
                  <a:pt x="4147276" y="6614016"/>
                  <a:pt x="4224193" y="6380817"/>
                  <a:pt x="4291518" y="6142729"/>
                </a:cubicBezTo>
                <a:cubicBezTo>
                  <a:pt x="4350055" y="5935370"/>
                  <a:pt x="4393256" y="5723695"/>
                  <a:pt x="4443357" y="5513923"/>
                </a:cubicBezTo>
                <a:cubicBezTo>
                  <a:pt x="4444541" y="5502788"/>
                  <a:pt x="4445137" y="5491601"/>
                  <a:pt x="4445146" y="5480401"/>
                </a:cubicBezTo>
                <a:cubicBezTo>
                  <a:pt x="4408465" y="5607635"/>
                  <a:pt x="4379196" y="5719759"/>
                  <a:pt x="4344559" y="5830359"/>
                </a:cubicBezTo>
                <a:cubicBezTo>
                  <a:pt x="4254261" y="6118381"/>
                  <a:pt x="4150112" y="6398531"/>
                  <a:pt x="4031702" y="6670527"/>
                </a:cubicBezTo>
                <a:lnTo>
                  <a:pt x="3943824" y="6858000"/>
                </a:lnTo>
                <a:lnTo>
                  <a:pt x="0" y="6858000"/>
                </a:lnTo>
                <a:close/>
              </a:path>
            </a:pathLst>
          </a:custGeom>
          <a:noFill/>
        </p:spPr>
      </p:pic>
      <p:sp>
        <p:nvSpPr>
          <p:cNvPr id="169" name="sketchy line">
            <a:extLst>
              <a:ext uri="{FF2B5EF4-FFF2-40B4-BE49-F238E27FC236}">
                <a16:creationId xmlns:a16="http://schemas.microsoft.com/office/drawing/2014/main" id="{F49775AF-8896-43EE-92C6-83497D6DC5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119293" y="6613900"/>
            <a:ext cx="6365383" cy="27432"/>
          </a:xfrm>
          <a:custGeom>
            <a:avLst/>
            <a:gdLst>
              <a:gd name="connsiteX0" fmla="*/ 0 w 6365383"/>
              <a:gd name="connsiteY0" fmla="*/ 0 h 27432"/>
              <a:gd name="connsiteX1" fmla="*/ 636538 w 6365383"/>
              <a:gd name="connsiteY1" fmla="*/ 0 h 27432"/>
              <a:gd name="connsiteX2" fmla="*/ 1273077 w 6365383"/>
              <a:gd name="connsiteY2" fmla="*/ 0 h 27432"/>
              <a:gd name="connsiteX3" fmla="*/ 1909615 w 6365383"/>
              <a:gd name="connsiteY3" fmla="*/ 0 h 27432"/>
              <a:gd name="connsiteX4" fmla="*/ 2673461 w 6365383"/>
              <a:gd name="connsiteY4" fmla="*/ 0 h 27432"/>
              <a:gd name="connsiteX5" fmla="*/ 3373653 w 6365383"/>
              <a:gd name="connsiteY5" fmla="*/ 0 h 27432"/>
              <a:gd name="connsiteX6" fmla="*/ 3819230 w 6365383"/>
              <a:gd name="connsiteY6" fmla="*/ 0 h 27432"/>
              <a:gd name="connsiteX7" fmla="*/ 4392114 w 6365383"/>
              <a:gd name="connsiteY7" fmla="*/ 0 h 27432"/>
              <a:gd name="connsiteX8" fmla="*/ 5155960 w 6365383"/>
              <a:gd name="connsiteY8" fmla="*/ 0 h 27432"/>
              <a:gd name="connsiteX9" fmla="*/ 5792499 w 6365383"/>
              <a:gd name="connsiteY9" fmla="*/ 0 h 27432"/>
              <a:gd name="connsiteX10" fmla="*/ 6365383 w 6365383"/>
              <a:gd name="connsiteY10" fmla="*/ 0 h 27432"/>
              <a:gd name="connsiteX11" fmla="*/ 6365383 w 6365383"/>
              <a:gd name="connsiteY11" fmla="*/ 27432 h 27432"/>
              <a:gd name="connsiteX12" fmla="*/ 5856152 w 6365383"/>
              <a:gd name="connsiteY12" fmla="*/ 27432 h 27432"/>
              <a:gd name="connsiteX13" fmla="*/ 5092306 w 6365383"/>
              <a:gd name="connsiteY13" fmla="*/ 27432 h 27432"/>
              <a:gd name="connsiteX14" fmla="*/ 4583076 w 6365383"/>
              <a:gd name="connsiteY14" fmla="*/ 27432 h 27432"/>
              <a:gd name="connsiteX15" fmla="*/ 4137499 w 6365383"/>
              <a:gd name="connsiteY15" fmla="*/ 27432 h 27432"/>
              <a:gd name="connsiteX16" fmla="*/ 3691922 w 6365383"/>
              <a:gd name="connsiteY16" fmla="*/ 27432 h 27432"/>
              <a:gd name="connsiteX17" fmla="*/ 2991730 w 6365383"/>
              <a:gd name="connsiteY17" fmla="*/ 27432 h 27432"/>
              <a:gd name="connsiteX18" fmla="*/ 2546153 w 6365383"/>
              <a:gd name="connsiteY18" fmla="*/ 27432 h 27432"/>
              <a:gd name="connsiteX19" fmla="*/ 1909615 w 6365383"/>
              <a:gd name="connsiteY19" fmla="*/ 27432 h 27432"/>
              <a:gd name="connsiteX20" fmla="*/ 1400384 w 6365383"/>
              <a:gd name="connsiteY20" fmla="*/ 27432 h 27432"/>
              <a:gd name="connsiteX21" fmla="*/ 763846 w 6365383"/>
              <a:gd name="connsiteY21" fmla="*/ 27432 h 27432"/>
              <a:gd name="connsiteX22" fmla="*/ 0 w 6365383"/>
              <a:gd name="connsiteY22" fmla="*/ 27432 h 27432"/>
              <a:gd name="connsiteX23" fmla="*/ 0 w 6365383"/>
              <a:gd name="connsiteY23" fmla="*/ 0 h 274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</a:cxnLst>
            <a:rect l="l" t="t" r="r" b="b"/>
            <a:pathLst>
              <a:path w="6365383" h="27432" fill="none" extrusionOk="0">
                <a:moveTo>
                  <a:pt x="0" y="0"/>
                </a:moveTo>
                <a:cubicBezTo>
                  <a:pt x="305169" y="21509"/>
                  <a:pt x="334704" y="-24261"/>
                  <a:pt x="636538" y="0"/>
                </a:cubicBezTo>
                <a:cubicBezTo>
                  <a:pt x="938372" y="24261"/>
                  <a:pt x="1068606" y="2269"/>
                  <a:pt x="1273077" y="0"/>
                </a:cubicBezTo>
                <a:cubicBezTo>
                  <a:pt x="1477548" y="-2269"/>
                  <a:pt x="1738189" y="6272"/>
                  <a:pt x="1909615" y="0"/>
                </a:cubicBezTo>
                <a:cubicBezTo>
                  <a:pt x="2081041" y="-6272"/>
                  <a:pt x="2377015" y="16623"/>
                  <a:pt x="2673461" y="0"/>
                </a:cubicBezTo>
                <a:cubicBezTo>
                  <a:pt x="2969907" y="-16623"/>
                  <a:pt x="3126114" y="13194"/>
                  <a:pt x="3373653" y="0"/>
                </a:cubicBezTo>
                <a:cubicBezTo>
                  <a:pt x="3621192" y="-13194"/>
                  <a:pt x="3704499" y="9486"/>
                  <a:pt x="3819230" y="0"/>
                </a:cubicBezTo>
                <a:cubicBezTo>
                  <a:pt x="3933961" y="-9486"/>
                  <a:pt x="4142691" y="-8221"/>
                  <a:pt x="4392114" y="0"/>
                </a:cubicBezTo>
                <a:cubicBezTo>
                  <a:pt x="4641537" y="8221"/>
                  <a:pt x="4974506" y="12257"/>
                  <a:pt x="5155960" y="0"/>
                </a:cubicBezTo>
                <a:cubicBezTo>
                  <a:pt x="5337414" y="-12257"/>
                  <a:pt x="5585731" y="-22537"/>
                  <a:pt x="5792499" y="0"/>
                </a:cubicBezTo>
                <a:cubicBezTo>
                  <a:pt x="5999267" y="22537"/>
                  <a:pt x="6164726" y="7303"/>
                  <a:pt x="6365383" y="0"/>
                </a:cubicBezTo>
                <a:cubicBezTo>
                  <a:pt x="6365125" y="7487"/>
                  <a:pt x="6364462" y="19984"/>
                  <a:pt x="6365383" y="27432"/>
                </a:cubicBezTo>
                <a:cubicBezTo>
                  <a:pt x="6132222" y="28304"/>
                  <a:pt x="6011986" y="2071"/>
                  <a:pt x="5856152" y="27432"/>
                </a:cubicBezTo>
                <a:cubicBezTo>
                  <a:pt x="5700318" y="52793"/>
                  <a:pt x="5410732" y="5357"/>
                  <a:pt x="5092306" y="27432"/>
                </a:cubicBezTo>
                <a:cubicBezTo>
                  <a:pt x="4773880" y="49507"/>
                  <a:pt x="4705351" y="6645"/>
                  <a:pt x="4583076" y="27432"/>
                </a:cubicBezTo>
                <a:cubicBezTo>
                  <a:pt x="4460801" y="48220"/>
                  <a:pt x="4239915" y="42209"/>
                  <a:pt x="4137499" y="27432"/>
                </a:cubicBezTo>
                <a:cubicBezTo>
                  <a:pt x="4035083" y="12655"/>
                  <a:pt x="3883665" y="32012"/>
                  <a:pt x="3691922" y="27432"/>
                </a:cubicBezTo>
                <a:cubicBezTo>
                  <a:pt x="3500179" y="22852"/>
                  <a:pt x="3265830" y="-126"/>
                  <a:pt x="2991730" y="27432"/>
                </a:cubicBezTo>
                <a:cubicBezTo>
                  <a:pt x="2717630" y="54990"/>
                  <a:pt x="2757122" y="34407"/>
                  <a:pt x="2546153" y="27432"/>
                </a:cubicBezTo>
                <a:cubicBezTo>
                  <a:pt x="2335184" y="20457"/>
                  <a:pt x="2107331" y="58889"/>
                  <a:pt x="1909615" y="27432"/>
                </a:cubicBezTo>
                <a:cubicBezTo>
                  <a:pt x="1711899" y="-4025"/>
                  <a:pt x="1634641" y="48316"/>
                  <a:pt x="1400384" y="27432"/>
                </a:cubicBezTo>
                <a:cubicBezTo>
                  <a:pt x="1166127" y="6548"/>
                  <a:pt x="1068288" y="15776"/>
                  <a:pt x="763846" y="27432"/>
                </a:cubicBezTo>
                <a:cubicBezTo>
                  <a:pt x="459404" y="39088"/>
                  <a:pt x="170017" y="14515"/>
                  <a:pt x="0" y="27432"/>
                </a:cubicBezTo>
                <a:cubicBezTo>
                  <a:pt x="-14" y="18173"/>
                  <a:pt x="-517" y="8990"/>
                  <a:pt x="0" y="0"/>
                </a:cubicBezTo>
                <a:close/>
              </a:path>
              <a:path w="6365383" h="27432" stroke="0" extrusionOk="0">
                <a:moveTo>
                  <a:pt x="0" y="0"/>
                </a:moveTo>
                <a:cubicBezTo>
                  <a:pt x="114610" y="-2215"/>
                  <a:pt x="340315" y="12554"/>
                  <a:pt x="572884" y="0"/>
                </a:cubicBezTo>
                <a:cubicBezTo>
                  <a:pt x="805453" y="-12554"/>
                  <a:pt x="832891" y="-10424"/>
                  <a:pt x="1018461" y="0"/>
                </a:cubicBezTo>
                <a:cubicBezTo>
                  <a:pt x="1204031" y="10424"/>
                  <a:pt x="1590875" y="8682"/>
                  <a:pt x="1782307" y="0"/>
                </a:cubicBezTo>
                <a:cubicBezTo>
                  <a:pt x="1973739" y="-8682"/>
                  <a:pt x="2150876" y="5508"/>
                  <a:pt x="2355192" y="0"/>
                </a:cubicBezTo>
                <a:cubicBezTo>
                  <a:pt x="2559508" y="-5508"/>
                  <a:pt x="2790194" y="26965"/>
                  <a:pt x="2928076" y="0"/>
                </a:cubicBezTo>
                <a:cubicBezTo>
                  <a:pt x="3065958" y="-26965"/>
                  <a:pt x="3321537" y="819"/>
                  <a:pt x="3691922" y="0"/>
                </a:cubicBezTo>
                <a:cubicBezTo>
                  <a:pt x="4062307" y="-819"/>
                  <a:pt x="4072238" y="-15327"/>
                  <a:pt x="4201153" y="0"/>
                </a:cubicBezTo>
                <a:cubicBezTo>
                  <a:pt x="4330068" y="15327"/>
                  <a:pt x="4772079" y="-35646"/>
                  <a:pt x="4964999" y="0"/>
                </a:cubicBezTo>
                <a:cubicBezTo>
                  <a:pt x="5157919" y="35646"/>
                  <a:pt x="5543915" y="6802"/>
                  <a:pt x="5728845" y="0"/>
                </a:cubicBezTo>
                <a:cubicBezTo>
                  <a:pt x="5913775" y="-6802"/>
                  <a:pt x="6142952" y="-21408"/>
                  <a:pt x="6365383" y="0"/>
                </a:cubicBezTo>
                <a:cubicBezTo>
                  <a:pt x="6364552" y="6329"/>
                  <a:pt x="6365787" y="16858"/>
                  <a:pt x="6365383" y="27432"/>
                </a:cubicBezTo>
                <a:cubicBezTo>
                  <a:pt x="6176931" y="320"/>
                  <a:pt x="5998736" y="11244"/>
                  <a:pt x="5665191" y="27432"/>
                </a:cubicBezTo>
                <a:cubicBezTo>
                  <a:pt x="5331646" y="43620"/>
                  <a:pt x="5198011" y="28615"/>
                  <a:pt x="4901345" y="27432"/>
                </a:cubicBezTo>
                <a:cubicBezTo>
                  <a:pt x="4604679" y="26249"/>
                  <a:pt x="4422931" y="40617"/>
                  <a:pt x="4137499" y="27432"/>
                </a:cubicBezTo>
                <a:cubicBezTo>
                  <a:pt x="3852067" y="14247"/>
                  <a:pt x="3861939" y="26581"/>
                  <a:pt x="3628268" y="27432"/>
                </a:cubicBezTo>
                <a:cubicBezTo>
                  <a:pt x="3394597" y="28283"/>
                  <a:pt x="3171361" y="44132"/>
                  <a:pt x="2991730" y="27432"/>
                </a:cubicBezTo>
                <a:cubicBezTo>
                  <a:pt x="2812099" y="10732"/>
                  <a:pt x="2469344" y="24737"/>
                  <a:pt x="2227884" y="27432"/>
                </a:cubicBezTo>
                <a:cubicBezTo>
                  <a:pt x="1986424" y="30127"/>
                  <a:pt x="1748067" y="6359"/>
                  <a:pt x="1591346" y="27432"/>
                </a:cubicBezTo>
                <a:cubicBezTo>
                  <a:pt x="1434625" y="48505"/>
                  <a:pt x="1307456" y="39663"/>
                  <a:pt x="1145769" y="27432"/>
                </a:cubicBezTo>
                <a:cubicBezTo>
                  <a:pt x="984082" y="15201"/>
                  <a:pt x="800279" y="41647"/>
                  <a:pt x="636538" y="27432"/>
                </a:cubicBezTo>
                <a:cubicBezTo>
                  <a:pt x="472797" y="13217"/>
                  <a:pt x="160022" y="2213"/>
                  <a:pt x="0" y="27432"/>
                </a:cubicBezTo>
                <a:cubicBezTo>
                  <a:pt x="-177" y="19307"/>
                  <a:pt x="-1145" y="917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B3F468B-73AA-D1FA-C0BB-7B3C27AFEFF9}"/>
              </a:ext>
            </a:extLst>
          </p:cNvPr>
          <p:cNvSpPr txBox="1"/>
          <p:nvPr/>
        </p:nvSpPr>
        <p:spPr>
          <a:xfrm>
            <a:off x="7314406" y="7269480"/>
            <a:ext cx="91440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https://create.kahoot.it/share/diagnostico-del-nuevo-laboratorio-bases2/25a52451-2383-409f-a3d8-38ed22dc3d79</a:t>
            </a:r>
          </a:p>
        </p:txBody>
      </p:sp>
    </p:spTree>
    <p:extLst>
      <p:ext uri="{BB962C8B-B14F-4D97-AF65-F5344CB8AC3E}">
        <p14:creationId xmlns:p14="http://schemas.microsoft.com/office/powerpoint/2010/main" val="149552017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" name="Google Shape;205;g385e2d797db_0_12"/>
          <p:cNvPicPr preferRelativeResize="0"/>
          <p:nvPr/>
        </p:nvPicPr>
        <p:blipFill rotWithShape="1">
          <a:blip r:embed="rId3">
            <a:alphaModFix amt="62000"/>
          </a:blip>
          <a:srcRect/>
          <a:stretch/>
        </p:blipFill>
        <p:spPr>
          <a:xfrm>
            <a:off x="16902" y="0"/>
            <a:ext cx="18254198" cy="10287001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06" name="Google Shape;206;g385e2d797db_0_12"/>
          <p:cNvGraphicFramePr/>
          <p:nvPr/>
        </p:nvGraphicFramePr>
        <p:xfrm>
          <a:off x="16900" y="1507250"/>
          <a:ext cx="10459750" cy="2803980"/>
        </p:xfrm>
        <a:graphic>
          <a:graphicData uri="http://schemas.openxmlformats.org/drawingml/2006/table">
            <a:tbl>
              <a:tblPr>
                <a:noFill/>
                <a:tableStyleId>{09EDEDC3-3F6D-4B2A-895B-24B3350B9E84}</a:tableStyleId>
              </a:tblPr>
              <a:tblGrid>
                <a:gridCol w="55331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266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449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r>
                        <a:rPr lang="en-US" sz="2800" b="1" u="none" strike="noStrike" cap="none">
                          <a:solidFill>
                            <a:schemeClr val="dk1"/>
                          </a:solidFill>
                        </a:rPr>
                        <a:t>Nombre de la actividad:</a:t>
                      </a:r>
                      <a:endParaRPr sz="2800" b="1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182850" marR="182850" marT="182850" marB="18285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endParaRPr sz="2800" u="none" strike="noStrike" cap="none"/>
                    </a:p>
                  </a:txBody>
                  <a:tcPr marL="182850" marR="182850" marT="182850" marB="18285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262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r>
                        <a:rPr lang="en-US" sz="2800" b="1" u="none" strike="noStrike" cap="none">
                          <a:solidFill>
                            <a:schemeClr val="dk1"/>
                          </a:solidFill>
                        </a:rPr>
                        <a:t>Cantidad de participantes:</a:t>
                      </a:r>
                      <a:endParaRPr sz="2800" b="1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182850" marR="182850" marT="182850" marB="18285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endParaRPr sz="2800" u="none" strike="noStrike" cap="none"/>
                    </a:p>
                  </a:txBody>
                  <a:tcPr marL="182850" marR="182850" marT="182850" marB="18285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572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r>
                        <a:rPr lang="en-US" sz="2800" b="1" u="none" strike="noStrike" cap="none">
                          <a:solidFill>
                            <a:schemeClr val="dk1"/>
                          </a:solidFill>
                        </a:rPr>
                        <a:t>Doy fe que esta actividad está planificada en dtt (Sí/No):</a:t>
                      </a:r>
                      <a:endParaRPr sz="2800" b="1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182850" marR="182850" marT="182850" marB="18285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endParaRPr sz="2800" u="none" strike="noStrike" cap="none"/>
                    </a:p>
                  </a:txBody>
                  <a:tcPr marL="182850" marR="182850" marT="182850" marB="18285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07" name="Google Shape;207;g385e2d797db_0_12"/>
          <p:cNvSpPr txBox="1"/>
          <p:nvPr/>
        </p:nvSpPr>
        <p:spPr>
          <a:xfrm>
            <a:off x="0" y="4281900"/>
            <a:ext cx="18037800" cy="80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Participantes: llenar las siguientes cajas de texto (tomar información del chat del meet)</a:t>
            </a:r>
            <a:endParaRPr sz="28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8" name="Google Shape;208;g385e2d797db_0_12"/>
          <p:cNvSpPr txBox="1"/>
          <p:nvPr/>
        </p:nvSpPr>
        <p:spPr>
          <a:xfrm>
            <a:off x="16900" y="4955800"/>
            <a:ext cx="6167400" cy="738900"/>
          </a:xfrm>
          <a:prstGeom prst="rect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82850" tIns="182850" rIns="182850" bIns="18285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209" name="Google Shape;209;g385e2d797db_0_12"/>
          <p:cNvGraphicFramePr/>
          <p:nvPr/>
        </p:nvGraphicFramePr>
        <p:xfrm>
          <a:off x="10656400" y="1940050"/>
          <a:ext cx="7381150" cy="2377260"/>
        </p:xfrm>
        <a:graphic>
          <a:graphicData uri="http://schemas.openxmlformats.org/drawingml/2006/table">
            <a:tbl>
              <a:tblPr>
                <a:noFill/>
                <a:tableStyleId>{09EDEDC3-3F6D-4B2A-895B-24B3350B9E84}</a:tableStyleId>
              </a:tblPr>
              <a:tblGrid>
                <a:gridCol w="3036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44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449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r>
                        <a:rPr lang="en-US" sz="2800" b="1" u="none" strike="noStrike" cap="none">
                          <a:solidFill>
                            <a:schemeClr val="dk1"/>
                          </a:solidFill>
                        </a:rPr>
                        <a:t>Hora de inicio:</a:t>
                      </a:r>
                      <a:endParaRPr sz="2800" b="1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182850" marR="182850" marT="182850" marB="18285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endParaRPr sz="2800" u="none" strike="noStrike" cap="none"/>
                    </a:p>
                  </a:txBody>
                  <a:tcPr marL="182850" marR="182850" marT="182850" marB="18285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262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r>
                        <a:rPr lang="en-US" sz="2800" b="1" u="none" strike="noStrike" cap="none">
                          <a:solidFill>
                            <a:schemeClr val="dk1"/>
                          </a:solidFill>
                        </a:rPr>
                        <a:t>Hora de fin:</a:t>
                      </a:r>
                      <a:endParaRPr sz="2800" b="1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182850" marR="182850" marT="182850" marB="18285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endParaRPr sz="2800" u="none" strike="noStrike" cap="none"/>
                    </a:p>
                  </a:txBody>
                  <a:tcPr marL="182850" marR="182850" marT="182850" marB="18285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572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800" b="1" u="none" strike="noStrike" cap="none">
                          <a:solidFill>
                            <a:schemeClr val="dk1"/>
                          </a:solidFill>
                        </a:rPr>
                        <a:t>Duración (min):</a:t>
                      </a:r>
                      <a:endParaRPr sz="1000" b="1" u="none" strike="noStrike" cap="none"/>
                    </a:p>
                  </a:txBody>
                  <a:tcPr marL="182850" marR="182850" marT="182850" marB="18285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endParaRPr sz="2800" u="none" strike="noStrike" cap="none"/>
                    </a:p>
                  </a:txBody>
                  <a:tcPr marL="182850" marR="182850" marT="182850" marB="18285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10" name="Google Shape;210;g385e2d797db_0_12"/>
          <p:cNvSpPr txBox="1"/>
          <p:nvPr/>
        </p:nvSpPr>
        <p:spPr>
          <a:xfrm>
            <a:off x="6261600" y="4955800"/>
            <a:ext cx="6167400" cy="738900"/>
          </a:xfrm>
          <a:prstGeom prst="rect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82850" tIns="182850" rIns="182850" bIns="18285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1" name="Google Shape;211;g385e2d797db_0_12"/>
          <p:cNvSpPr txBox="1"/>
          <p:nvPr/>
        </p:nvSpPr>
        <p:spPr>
          <a:xfrm>
            <a:off x="12506300" y="4955800"/>
            <a:ext cx="5764800" cy="738900"/>
          </a:xfrm>
          <a:prstGeom prst="rect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82850" tIns="182850" rIns="182850" bIns="18285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g364afea4f63_0_141"/>
          <p:cNvSpPr txBox="1"/>
          <p:nvPr/>
        </p:nvSpPr>
        <p:spPr>
          <a:xfrm>
            <a:off x="5791489" y="6796953"/>
            <a:ext cx="6705000" cy="76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</a:pPr>
            <a:r>
              <a:rPr lang="en-US" sz="5000" b="0" i="0" u="none" strike="noStrike" cap="non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DUDAS ¿?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17" name="Google Shape;217;g364afea4f63_0_141" title="Gemini_Generated_Image_1od44x1od44x1od4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576287" y="699975"/>
            <a:ext cx="9135424" cy="56918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9"/>
          <p:cNvSpPr txBox="1"/>
          <p:nvPr/>
        </p:nvSpPr>
        <p:spPr>
          <a:xfrm>
            <a:off x="4571995" y="5176054"/>
            <a:ext cx="8658900" cy="191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just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99"/>
              <a:buFont typeface="Arial"/>
              <a:buNone/>
            </a:pPr>
            <a:r>
              <a:rPr lang="en-US" sz="6099" b="0" i="0" u="none" strike="noStrike" cap="none">
                <a:solidFill>
                  <a:srgbClr val="131416"/>
                </a:solidFill>
                <a:latin typeface="Impact"/>
                <a:ea typeface="Impact"/>
                <a:cs typeface="Impact"/>
                <a:sym typeface="Impact"/>
              </a:rPr>
              <a:t>¡GRACIAS POR SU  ATENCIÓN!</a:t>
            </a:r>
            <a:endParaRPr sz="1400" b="0" i="0" u="none" strike="noStrike" cap="none">
              <a:solidFill>
                <a:srgbClr val="000000"/>
              </a:solidFill>
              <a:latin typeface="Impact"/>
              <a:ea typeface="Impact"/>
              <a:cs typeface="Impact"/>
              <a:sym typeface="Impact"/>
            </a:endParaRPr>
          </a:p>
          <a:p>
            <a:pPr marL="0" marR="0" lvl="0" indent="0" algn="just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99"/>
              <a:buFont typeface="Arial"/>
              <a:buNone/>
            </a:pPr>
            <a:endParaRPr sz="6099" b="0" i="0" u="none" strike="noStrike" cap="none">
              <a:solidFill>
                <a:srgbClr val="131416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223" name="Google Shape;223;p9"/>
          <p:cNvSpPr/>
          <p:nvPr/>
        </p:nvSpPr>
        <p:spPr>
          <a:xfrm>
            <a:off x="7765363" y="596600"/>
            <a:ext cx="2757268" cy="3770970"/>
          </a:xfrm>
          <a:custGeom>
            <a:avLst/>
            <a:gdLst/>
            <a:ahLst/>
            <a:cxnLst/>
            <a:rect l="l" t="t" r="r" b="b"/>
            <a:pathLst>
              <a:path w="2757268" h="3770970" extrusionOk="0">
                <a:moveTo>
                  <a:pt x="0" y="0"/>
                </a:moveTo>
                <a:lnTo>
                  <a:pt x="2757268" y="0"/>
                </a:lnTo>
                <a:lnTo>
                  <a:pt x="2757268" y="3770970"/>
                </a:lnTo>
                <a:lnTo>
                  <a:pt x="0" y="377097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24" name="Google Shape;224;p9"/>
          <p:cNvSpPr txBox="1"/>
          <p:nvPr/>
        </p:nvSpPr>
        <p:spPr>
          <a:xfrm>
            <a:off x="2411098" y="7899735"/>
            <a:ext cx="13465804" cy="7194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RECUERDA QUE TENEMOS NUESTRO FORO SEMANAL DONDE PUEDES CONSULTAR CUALQUIER DUDA QUE TE SURJA EN LA SEMANA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327</TotalTime>
  <Words>215</Words>
  <Application>Microsoft Office PowerPoint</Application>
  <PresentationFormat>Custom</PresentationFormat>
  <Paragraphs>41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9" baseType="lpstr">
      <vt:lpstr>Calibri</vt:lpstr>
      <vt:lpstr>Pacifico</vt:lpstr>
      <vt:lpstr>Arial</vt:lpstr>
      <vt:lpstr>Open Sans</vt:lpstr>
      <vt:lpstr>Lobster</vt:lpstr>
      <vt:lpstr>ArialMTPro-Regular</vt:lpstr>
      <vt:lpstr>Impact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joshua vasquez</dc:creator>
  <cp:lastModifiedBy>Joshua Vasquez</cp:lastModifiedBy>
  <cp:revision>4</cp:revision>
  <dcterms:created xsi:type="dcterms:W3CDTF">2006-08-16T00:00:00Z</dcterms:created>
  <dcterms:modified xsi:type="dcterms:W3CDTF">2025-12-02T18:30:51Z</dcterms:modified>
</cp:coreProperties>
</file>