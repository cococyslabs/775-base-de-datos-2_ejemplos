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VAP6NaklpZckO6Et6Q84Ma41L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83D84-9E17-4953-A50A-C5C63C783EAF}">
  <a:tblStyle styleId="{C6A83D84-9E17-4953-A50A-C5C63C783E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2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{C6A83D84-9E17-4953-A50A-C5C63C783EAF}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Miércoles</a:t>
                      </a:r>
                      <a:r>
                        <a:rPr lang="en-US" sz="1500"/>
                        <a:t> 8 de Octubre de 2025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17:20</a:t>
                      </a:r>
                      <a:endParaRPr sz="15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481642" y="4371352"/>
            <a:ext cx="7324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1</a:t>
            </a:r>
            <a:r>
              <a:rPr b="1" lang="en-US" sz="4167">
                <a:solidFill>
                  <a:srgbClr val="FFFFFF"/>
                </a:solidFill>
              </a:rPr>
              <a:t>0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DE REDES Y RUTAS MÁS CORTAS EN NEO4J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Consultas avanzadas con Cypher.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Análisis de redes y rutas más cortas en Neo4j.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Modelado de relaciones complejas en grafos.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Índices y constraints en Neo4j.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Optimización de consultas de grafos.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Integración de Neo4j con otras bases de datos.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y clustering en Neo4j.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EL ANÁLISIS DE REDES?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análisis de redes se enfoca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🔗 Las conexiones entre nodos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📏 La distancia o proximidad entre entidades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Identificar nodos clave por su posición en la red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Neo4j incluye algoritmos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Centralidad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Detección de comunidades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Caminos más cortos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PageRank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CAMINOS MÁS CORTOS (SHORTEST PATH)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560788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🔍 Encuentra la ruta con menos saltos entre dos nodos: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(a:Persona {nombre:'Luis'}), (b:Persona {nombre:'Ana'}),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p = shortestPath((a)-[*..5]-(b))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p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Limita el número de saltos con [*..5]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útil en redes sociales, logística y mapas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7"/>
          <p:cNvSpPr txBox="1"/>
          <p:nvPr/>
        </p:nvSpPr>
        <p:spPr>
          <a:xfrm>
            <a:off x="11750467" y="468947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DE CENTRALIDAD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464045" y="36433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Identifica los nodos más influyentes de una red: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Degree Centrality: cuántas conexiones tiene un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Betweenness Centrality: cuántas rutas pasan por ese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Closeness Centrality: qué tan rápido puede llegar a otros nodos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ejecuta con librerías de algoritmos de grafos de Neo4j.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721225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PAGERANK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028700" y="1335152"/>
            <a:ext cx="6036000" cy="7184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🔝 Mide la importancia de un nodo basado en la importancia de los nodos que lo enlazan: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ALL gds.pageRank.stream({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nodeProjection: 'Persona',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relationshipProjection: 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FOLLOWS: 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type: 'SIGUE',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orientation: 'NATURAL'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})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YIELD nodeId, score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gds.util.asNode(nodeId).nombre AS persona, score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ORDER BY score DESC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Muy usado en motores de búsqueda y recomendaciones.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REALES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Redes sociales: influenciadores, conexiones indirectas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Transporte: rutas más cortas entre ubicaciones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Telecomunicaciones: identificar cuellos de botella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Sistemas de recomendación: caminos entre gustos o usuarios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Neo4j permite visualizar y consultar rutas complejas fácilmente.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MODELADO DE RELACIONES COMPLEJAS EN GRAFOS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665598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UNA RELACIÓN COMPLEJA?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302806" y="357987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Relaciones que no solo conectan nodos, sino que tienen propiedades propias o representan eventos contextuales.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Una persona compró un producto en una fecha específica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 usuario comentó en una publicación con cierto tono o reacción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Las relaciones pueden tener: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Propiedades (fecha, calificación, duración, monto)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Peso o importancia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53529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SINTAXIS PARA RELACIONES CON PROPIEDADES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(a:Usuario {nombre:'Ana'})-[:COMPRA {fecha:'2024-01-01', total:100}]-&gt;(b:Producto {nombre:'Libro'})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Aquí la relación :COMPRA contiene información adicional, no solo la conexión.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Esto permite consultas más precisas: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(u:Usuario)-[r:COMPRA]-&gt;(p:Producto)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WHERE r.total &gt; 50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u.nombre, p.nombre, r.fecha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CONVERTIR RELACIONES EN NODOS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🔁 Si una relación tiene demasiadas propiedades o se relaciona con otros elementos, ¡puede convertirse en un nodo intermedio!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 convertir :ASISTE_A en un nodo Asistencia para almacenar: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Hora de entrada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Hora de salida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(:Persona)-[:REALIZA]-&gt;(:Asistencia)-[:A_EVENTO]-&gt;(:Evento)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RELACIONES MÚLTIPLES ENTRE NODOS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Se pueden modelar varias relaciones entre los mismos nodos: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(:Usuario)-[:SIGUE]-&gt;(:Usuario)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(:Usuario)-[:BLOQUEA]-&gt;(:Usuario)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(:Usuario)-[:MENCIONA]-&gt;(:Usuario)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Esto refleja distintas dimensiones del vínculo y permite consultar por tipo: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(a)-[r]-&gt;(b)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WHERE type(r) = 'BLOQUEA'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a, 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15" name="Google Shape;215;p1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BUENAS PRÁCTICAS DE MODELADO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Usa relaciones con nombre semántico (COMPRA, CALIFICA, TRABAJA_EN)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No sobrecargues nodos con muchas relaciones: considera agrupar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Si una relación tiene más de 2-3 propiedades, evalúa convertirla en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Asegúrate que el modelo refleje las preguntas que harás con Cypher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Modelar bien ≠ representar todo; modelar bien = representar lo útil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ÍNDICES Y CONSTRAINTS EN NEO4J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ÍNDICES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302806" y="357987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Índices únicos: garantizan que una propiedad sea única para cada nodo.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ON (p:Persona) ASSERT p.dpi IS UNIQUE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📌Índices de texto completo: útiles para búsquedas por palabras clave.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FULLTEXT INDEX miIndice FOR (n:Producto) ON EACH [n.nombre, n.descripcion]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Índices compuestos: en múltiples propiedades.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INDEX FOR (e:Empleado) ON (e.departamento, e.puesto)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SON LOS CONSTRAINTS?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706223" y="3922777"/>
            <a:ext cx="8178254" cy="238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🔐 Constraints (restricciones) definen reglas obligatorias sobre tus datos.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Tipos comunes: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Unicidad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Existencia obligatoria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 de dato (a partir de Neo4j 5.x)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aplican al momento de crear/modificar nodos o relaciones.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031133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EJEMPLOS DE CONSTRAINTS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25763" y="3722752"/>
            <a:ext cx="8704481" cy="295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🔸 Unicidad: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usuario_id_unico FOR (u:Usuario) REQUIRE u.id IS UNIQUE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🔸 Existencia (propiedad obligatoria):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persona_nombre_requerido FOR (p:Persona) REQUIRE p.nombre IS NOT NULL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Esto evita errores lógicos, datos incompletos o duplicados.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0" name="Google Shape;260;p2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SON LOS ÍNDICES EN NEO4J?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🔎 Índices permiten encontrar nodos rápidamente por sus propiedades, como en bases 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Se aplican sobre etiquetas y propiedades: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INDEX FOR (u:Usuario) ON (u.email)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Aceleran búsquedas con MATCH y filtros WHERE.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📈 Muy útiles en grafos grandes donde hay millones de nodos.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