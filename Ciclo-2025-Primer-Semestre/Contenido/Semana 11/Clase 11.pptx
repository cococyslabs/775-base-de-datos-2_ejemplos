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rial Bold" charset="1" panose="020B0802020202020204"/>
      <p:regular r:id="rId27"/>
    </p:embeddedFont>
    <p:embeddedFont>
      <p:font typeface="Arial" charset="1" panose="020B0502020202020204"/>
      <p:regular r:id="rId28"/>
    </p:embeddedFont>
    <p:embeddedFont>
      <p:font typeface="Open Sauce Semi-Bold" charset="1" panose="00000700000000000000"/>
      <p:regular r:id="rId29"/>
    </p:embeddedFont>
    <p:embeddedFont>
      <p:font typeface="Open Sauce" charset="1" panose="00000500000000000000"/>
      <p:regular r:id="rId30"/>
    </p:embeddedFont>
    <p:embeddedFont>
      <p:font typeface="Open Sauce Bold" charset="1" panose="000008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802" y="-2"/>
            <a:ext cx="18254198" cy="10287002"/>
          </a:xfrm>
          <a:custGeom>
            <a:avLst/>
            <a:gdLst/>
            <a:ahLst/>
            <a:cxnLst/>
            <a:rect r="r" b="b" t="t" l="l"/>
            <a:pathLst>
              <a:path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400" y="1940050"/>
          <a:ext cx="7366000" cy="1433512"/>
        </p:xfrm>
        <a:graphic>
          <a:graphicData uri="http://schemas.openxmlformats.org/drawingml/2006/table">
            <a:tbl>
              <a:tblPr/>
              <a:tblGrid>
                <a:gridCol w="3030168"/>
                <a:gridCol w="4335832"/>
              </a:tblGrid>
              <a:tr h="7167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7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971775" y="4512775"/>
            <a:ext cx="134011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71775" y="5807200"/>
            <a:ext cx="109903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Auxiliar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481642" y="4371352"/>
            <a:ext cx="7324716" cy="71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CLASE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0373" y="8277816"/>
            <a:ext cx="7005985" cy="36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4371352"/>
            <a:ext cx="7324716" cy="293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ANÁLISIS DE REDES Y RUTAS MÁS CORTAS EN NEO4J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AGENDA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2806" y="3579877"/>
            <a:ext cx="6036000" cy="307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Consultas avanzadas con Cypher.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Análisis de redes y rutas más cortas en Neo4j.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Modelado de relacio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nes complejas en grafos.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Ín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dices y constraints en Neo4j.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Optimización de consultas de grafos.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Integración de Neo4j con otras bases de datos.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Replicación y clustering en Neo4j.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¿QUÉ ES EL ANÁLISIS DE REDES?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2806" y="3579877"/>
            <a:ext cx="6036000" cy="375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El análisis de redes se enfoca en: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🔗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Las co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nexiones entre nodos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📏 La distancia o proximidad entre entidades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🧠 Identificar nodos clave por su posición en la red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Neo4j incluye algoritmos para: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Centralidad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Detección de comunidades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Caminos más cortos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PageRank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CAMINOS MÁS CORTOS (SHORTEST PATH)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0788" y="3408427"/>
            <a:ext cx="6036000" cy="341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Encuentra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la ruta con me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nos saltos entre dos nodos: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MATCH (a:Persona {nombre:'Luis'}), (b:Persona {nombre:'Ana'}),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  p = shortestPath((a)-[*..5]-(b))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RETURN p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Limita el número de saltos con [*..5]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Muy útil en redes sociales, logística y mapas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689475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ANÁLISIS DE CENTRALIDAD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045" y="3643377"/>
            <a:ext cx="6036000" cy="375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Identifica los nodos más influyentes de una red: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Degree Centrality: cuánt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as conexiones tiene un nodo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Betweenness 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Centrality: cuántas rutas pasan por ese nodo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Closeness Centrality: qué tan rápido puede llegar a otros nodos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Se ejecuta con librerías de algoritmos de grafos de Neo4j.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721225"/>
            <a:ext cx="393106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PAGERANK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335152"/>
            <a:ext cx="6036000" cy="718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🔝 Mide la impo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rtancia de un nodo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basado en la importancia de los nodos que lo enlazan: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ALL gds.pageRank.stream({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nodeProjection: 'Persona',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relationshipProjection: {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FOLLOWS: {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  type: 'SIGUE',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  orientation: 'NATURAL'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}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}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})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YIELD nodeId, score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RETURN gds.util.asNode(nodeId).nombre AS persona, score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ORDER BY score DESC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Muy usado en motores de búsqueda y recomendaciones.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CASOS DE USO REALES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2806" y="3579877"/>
            <a:ext cx="6036000" cy="375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Redes sociales: influenciadores, conexiones indirectas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Transporte: rut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as más c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ortas entre ubicaciones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Telecomunicaciones: identificar cuellos de botella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Sistemas de recomendación: caminos entre gustos o usuarios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Neo4j permite visualizar y consultar rutas complejas fácilmente.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3855388"/>
            <a:ext cx="7324716" cy="293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MODELADO DE RELACIONES COMPLEJAS EN GRAFOS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665598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¿QUÉ ES UNA RELACIÓN COMPLEJA?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2806" y="3579877"/>
            <a:ext cx="6036000" cy="478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Relaciones que no solo conectan nodos, sino que tienen propiedades propias o representan eventos contextuales.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Ejemplos: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Una persona compró u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producto en una fecha específica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Un usuario comentó en una publicación con cierto tono o reacción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Las relaciones pueden tener: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Propi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edades (fecha, calificación, duración, monto)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Dirección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Peso o importancia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53529"/>
            <a:ext cx="3931066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SINTAXIS PARA RELACIONES CON PROPIEDADES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2806" y="3579877"/>
            <a:ext cx="6036000" cy="375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(a:U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su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ar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io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{nombre:'Ana'})-[:COMPRA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{f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echa:'2024-01-01', total:100}]-&gt;(b:P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ro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ducto {nombre:'Libro'})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Aquí la relación :COMPRA contiene información adicional, no solo la conexión.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Esto permite consultas más precisas: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MATCH (u:Usuario)-[r:COMPRA]-&gt;(p:Producto)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WHERE r.total &gt; 50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RETURN u.nombre, p.nombre, r.fecha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CUÁNDO CONVERTIR RELACIONES EN NODOS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2806" y="3579877"/>
            <a:ext cx="6036000" cy="44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🔁 Si una relación tiene demasiadas propiedades o s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 relaciona con otros elementos,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¡puede convertirse en un nodo intermedio!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Ejemplo: convertir :ASISTE_A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en un nodo Asistencia para almacenar: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Hora de entrada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Hora de salida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Evaluación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(:Persona)-[:REALIZA]-&gt;(:Asistencia)-[:A_EVENTO]-&gt;(:Evento)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RELACIONES MÚLTIPLES ENTRE NODOS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2806" y="3579877"/>
            <a:ext cx="6036000" cy="375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Se pueden modelar varias relaciones ent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 los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mismos nod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os: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(:Usuario)-[:SIGUE]-&gt;(:Usuario)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(:Usuario)-[:BLOQUEA]-&gt;(:Usuario)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(:Usuario)-[:MENCIONA]-&gt;(:Usuario)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Esto refleja distintas dimensiones del vínculo y permite consultar por tipo: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MATCH (a)-[r]-&gt;(b)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WHERE type(r) = 'BLOQUEA'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RETURN a, b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BUENAS PRÁCTICAS DE MODELADO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2806" y="3579877"/>
            <a:ext cx="6036000" cy="44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🔷 Usa relaciones con nombr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 semántico (COMPRA, CALIFICA, TRABAJA_EN)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🔷 No sobrecargues nodos con muchas relaciones: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conside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ra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agrupar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🔷 Si una relación tiene más de 2-3 propiedades, evalúa convertirla en no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🔷 Asegúrate que el modelo refleje las preguntas que harás con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Cypher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Mode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lar bien ≠ representar todo; modelar bien = representar lo útil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3855388"/>
            <a:ext cx="7324716" cy="219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ÍNDICES Y CONSTRAINTS EN NEO4J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TIPOS DE ÍNDICES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2806" y="3579877"/>
            <a:ext cx="6036000" cy="478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Índices únicos: garantizan que una propiedad sea única para cada nodo.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CONSTRAINT ON (p:Persona) ASSERT p.dpi IS UNIQUE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📌Índices de texto completo: útiles para búsquedas por palabras clave.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FULLTEXT INDEX miIndice FOR (n:Producto) ON EACH [n.nombre, n.descripcion]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Índices compuestos: en múltiples propiedades.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INDEX FOR (e:Empleado) ON (e.departamento, e.puesto)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¿QUÉ SON LOS CONSTRAINTS?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6223" y="3922777"/>
            <a:ext cx="8178254" cy="238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🔐 Constraints (restricciones) definen reglas obligatorias sobre tus datos.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Tipos comunes: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Unicidad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Existencia obligatoria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Tipo de dato (a partir de Neo4j 5.x)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Se aplican al momento de crear/modificar nodos o relaciones.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031133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EJEMPLOS DE CONSTRAINTS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63" y="3722752"/>
            <a:ext cx="8704481" cy="295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41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🔸 Unicidad: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  <a:r>
              <a:rPr lang="en-US" sz="141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CONSTRAINT usuario_id_unico FOR (u:Usuario) REQUIRE u.id IS UNIQUE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  <a:r>
              <a:rPr lang="en-US" sz="141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🔸 Existencia (propiedad obligatoria):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  <a:r>
              <a:rPr lang="en-US" sz="141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CONSTRAINT persona_nombre_requerido FOR (p:Persona) REQUIRE p.nombre IS NOT NULL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  <a:r>
              <a:rPr lang="en-US" sz="141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Esto evita errores lógicos, datos incompletos o duplicados.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470400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¿QUÉ SON LOS ÍNDICES EN NEO4J?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2806" y="3579877"/>
            <a:ext cx="6036000" cy="341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🔎 Índices permiten enco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ntr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ar nodos 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ráp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idamente por sus propiedades, como en bases SQL.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Se aplican sobre etiquetas y propiedades: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INDEX FOR (u:Usuario) ON (u.email)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Aceleran búsquedas con MATCH y filtros WHERE.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📈 Muy útiles en grafos grandes donde hay millones de nodos.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4741027"/>
            <a:ext cx="7324716" cy="71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DAGpLriVf9c</dc:identifier>
  <dcterms:modified xsi:type="dcterms:W3CDTF">2011-08-01T06:04:30Z</dcterms:modified>
  <cp:revision>1</cp:revision>
  <dc:title>Clase 11</dc:title>
</cp:coreProperties>
</file>