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guMcIVSof7wxmTWWvYLekLk8FZ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FE968A-60FC-40DC-8BC1-2AA33706C1BB}">
  <a:tblStyle styleId="{B2FE968A-60FC-40DC-8BC1-2AA33706C1B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802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{B2FE968A-60FC-40DC-8BC1-2AA33706C1BB}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Miercoles</a:t>
                      </a:r>
                      <a:r>
                        <a:rPr lang="en-US" sz="1500"/>
                        <a:t>, 3 de Septiembre de 2025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17:20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5" y="4512775"/>
            <a:ext cx="134011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71775" y="580720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Auxiliar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7786" l="0" r="0" t="778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352"/>
              </a:srgbClr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5481642" y="4371352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7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800373" y="8277816"/>
            <a:ext cx="7005985" cy="36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481642" y="4371352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LAS BASES DE DATOS NOSQL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09" name="Google Shape;109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10" name="Google Shape;11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Introducción a las bases de datos NoSQL.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Diferencias clave entre SQL y NoSQL.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Tipos de bases de datos NoSQL: clave-valor, documento, columna, grafos.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Casos de uso de NoSQL vs. 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Ventajas y desventajas de NoSQL.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 y flexibilidad en NoSQL.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Implementación básica en un entorno NoSQL.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9" name="Google Shape;119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20" name="Google Shape;120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SIGNIFICA NOSQL?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NoSQL = Not Only SQL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utilizan el modelo relacional tradicional.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Son bases de datos diseñadas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Altos volúmenes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Estructuras no tabulares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disponibilidad y distribución horizontal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Nacieron como respuesta a las limitaciones de las bases SQL en sistemas modernos.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9" name="Google Shape;129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30" name="Google Shape;130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SURGIÓ NOSQL?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Crecimiento de Big Data y datos no estructurados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Necesidad de escalar horizontalmente (más servidores, no más potentes)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Aplicaciones en tiempo real y globales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Flexibilidad en el esquema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Google, Amazon, Facebook y Twitter ayudaron a popularizar este enfoque.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9" name="Google Shape;139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40" name="Google Shape;140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41" name="Google Shape;141;p7"/>
          <p:cNvGraphicFramePr/>
          <p:nvPr/>
        </p:nvGraphicFramePr>
        <p:xfrm>
          <a:off x="915833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{B2FE968A-60FC-40DC-8BC1-2AA33706C1BB}</a:tableStyleId>
              </a:tblPr>
              <a:tblGrid>
                <a:gridCol w="2438400"/>
                <a:gridCol w="2438400"/>
                <a:gridCol w="2438400"/>
              </a:tblGrid>
              <a:tr h="10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NoSQL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de datos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Tablas (relacional)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Documentos, grafos, clave-valor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 (propio de cada motor)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Esquema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Fijo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Flexible o sin esquema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Horizontal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Transacciones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ACID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Eventual o BASE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DIFERENCIAS CLAVE CON SQL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50" name="Google Shape;150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 NOSQL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335054" y="3938652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velocidad de lectura/escritura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Escalabilidad simple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datos semi o no estructurados (JSON, XML, etc.)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Diseño orientado a consultas específicas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Menor rigidez que las bases tradicionales, ideal para sistemas ágiles.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60" name="Google Shape;160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¿CUÁNDO USAR NOSQL?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Casos típicos: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con millones de usuarios activos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Apps móviles y webs en tiempo real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en constante evolución (sin esquema fijo)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IoT, registros de sensores, logs distribuidos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recomendación y personalización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MongoDB, Cassandra, Redis, CouchDB, Neo4j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BASES DE DATOS NOSQL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 CLAVE-VALOR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1335054" y="3938652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🔑 Cada valor se asocia a una clave única (como un mapa o diccionario).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Redis, Riak, DynamoDB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rápidas y simples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Escalables horizontalmente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No son ideales para consultas complejas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Almacenamiento de sesiones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Configuración de aplicaciones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Cachés distribuidas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4" name="Google Shape;184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85" name="Google Shape;1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 DOCUMENTALES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222186" y="38624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📄 Almacenan estructuras tipo JSON o BSON completas.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MongoDB, CouchDB, ArangoDB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Esquema flexible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objetos anidados o complejos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Puede ser inconsistente si no se diseña con cuidado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web/móvil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Inventarios y productos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APIs RESTful con objetos ricos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3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BASES DE DATOS COLUMNARES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222186" y="38624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📊 Organizadas por familias de columnas, no por filas completas.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Apache Cassandra, HBase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Excelente para lectura de columnas específicas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eficientes en big data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No aptas para relaciones complejas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Análisis de logs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Históricos y series de tiempo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Motores de recomendación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 DE GRAFOS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222186" y="38624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🔗 Diseñadas para representar entidades y relaciones entre ellas (nodos y aristas).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Neo4j, Amazon Neptune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buenas para relaciones complejas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Consultas de caminos y patrones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Más lentas en operaciones masivas sin relaciones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recomendación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Rutas de logística y tráfico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/>
        </p:nvSpPr>
        <p:spPr>
          <a:xfrm>
            <a:off x="5481642" y="4371352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COMPARATIVOS: NOSQL VS. SQL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1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9" name="Google Shape;219;p1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20" name="Google Shape;220;p1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6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¿POR QUÉ COMPARAR SQL Y NOSQL?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Ambos modelos resuelven diferentes tipos de problemas.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La elección correcta depende de: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Tipo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Reglas de negocio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Necesidad de integridad o flexibilidad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No es una competencia: es una decisión de arquitectura.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USAR SQL (BASES RELACIONALES)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Reglas estrictas, integridad, estructura fija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Casos ideales: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bancarios o contables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ERPs empresariales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Inventarios y facturación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con relaciones complejas y normalización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Bases comunes: SQL Server, PostgreSQL, MySQL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USAR NOSQL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Flexibilidad, alta disponibilidad, escalabilidad horizontal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Casos ideales: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Big Data y eventos en tiempo real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Catálogos en línea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móviles o web de rápida evolución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Bases comunes: MongoDB, Cassandra, Redis, Neo4j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50" name="Google Shape;250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PASA CON SISTEMAS HÍBRIDOS?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335054" y="3938652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Algunas arquitecturas modernas usan ambos modelos: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SQL para módulos financieros o administrativos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NoSQL para analítica, recomendaciones, almacenamiento rápido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Conectores, ETL y microservicios permiten esta convivencia eficiente.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¿POR QUÉ USAR NOSQL?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64" name="Google Shape;264;p2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65" name="Google Shape;265;p2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2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PASA CON SISTEMAS HÍBRIDOS?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NoSQL fue diseñado para superar limitaciones del modelo relacional en entornos modernos: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Gran volumen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concurrencia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no estructurados o en evolución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 global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Se adapta a sistemas ágiles, distribuidos y de alta demanda.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74" name="Google Shape;274;p2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75" name="Google Shape;275;p2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22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 NOSQL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335054" y="39386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Escalabilidad horizontal: añade más nodos, no más potencia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Esquema flexible: sin estructura fija, ideal para datos cambiantes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Rendimiento optimizado: para escritura masiva y lecturas rápidas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Diversidad de modelos: clave-valor, documentos, grafos, columnas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disponibilidad y replicación integradas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MongoDB, Cassandra, Redis y Neo4j destacan por estas cualidades.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84" name="Google Shape;284;p2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85" name="Google Shape;285;p2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MÁS VENTAJAS CONCRETAS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Big Data, IoT, redes sociales, apps móviles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Fáciles de integrar con microservicios y sistemas cloud-native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Mejor desempeño en estructuras anidadas (listas, arrays, JSON)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Usos comunes: logs, sesiones, perfiles, catálogos, recomendaciones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2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94" name="Google Shape;294;p2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95" name="Google Shape;295;p2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4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DESVENTAJAS DE NOSQL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335054" y="3938652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No sigue ACID completo (aunque algunos lo permiten parcialmente)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Menor soporte de integridad referencial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Lenguaje de consulta no estándar (no siempre es SQL)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Requiere mayor esfuerzo de modelado correcto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Curva de aprendizaje según el motor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Una mala implementación puede derivar en inconsistencias graves.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2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04" name="Google Shape;304;p2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05" name="Google Shape;305;p2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25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¿CUÁNDO EVITAR NOSQL?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1335054" y="3938652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Cuando el sistema requiere: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Transacciones complejas y seguras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Fuertes relaciones entre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Validación estricta de integridad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Historiales auditables o trazabilidad legal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En estos casos, una base relacional es más segura y madura.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 EN NOSQL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19" name="Google Shape;319;p2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20" name="Google Shape;320;p2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2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ESCALABILIDAD EN NOSQL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335054" y="39386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Distribución automática de datos en múltiples nodos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Sin punto único de falla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disponibilidad integrada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Lecturas/escrituras en paralelo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Cassandra: arquitecturas de múltiples nodos activos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MongoDB: sharding para dividir datos entre servidores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 Cluster: fragmentación por clave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29" name="Google Shape;329;p2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30" name="Google Shape;330;p2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LA FLEXIBILIDAD DE ESQUEMA?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335054" y="3938652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📄 A diferencia de SQL, NoSQL no requiere definir previamente la estructura de los datos.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Puedes almacenar: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Documentos JSON con distintos campos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Registros incompletos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dinámicos según contexto o usuario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Muy útil para desarrollos ágiles, MVPs y cambios frecuentes.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39" name="Google Shape;339;p2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40" name="Google Shape;340;p2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29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BENEFICIOS REALES DE LA ESCALABILIDAD Y FLEXIBILIDAD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1335054" y="39386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Ejemplos: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Una app crece de 100 a 10 millones de usuarios sin rediseñar la base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 backend móvil acepta nuevos campos sin migraciones masivas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Los logs y eventos se almacenan en tiempo real desde múltiples fuentes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NoSQL permite crecer y evolucionar sin fricciones.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3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49" name="Google Shape;349;p3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50" name="Google Shape;350;p3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3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CONSIDERACIONES IMPORTANTES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Escalabilidad ≠ simplicidad: requiere planeación (replicas, particionamiento, consistencia)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Flexibilidad mal gestionada puede derivar en: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mal estructurados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Redundancia o inconsistencia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Dificultades en análisis posteriores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ventajas deben usarse con diseño consciente.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3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59" name="Google Shape;359;p3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60" name="Google Shape;360;p3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3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CONSIDERACIONES IMPORTANTES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Escalabilidad ≠ simplicidad: requiere planeación (replicas, particionamiento, consistencia)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Flexibilidad mal gestionada puede derivar en: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mal estructurados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Redundancia o inconsistencia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Dificultades en análisis posteriores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ventajas deben usarse con diseño consciente.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